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quello che costruiremo dopo, firewall, VPN, server, database, vive dentro questa rete. Se il VPC è progettato male, il resto si costruisce su fondamenta storte. Oggi partiamo dalle basi: cos'è un indirizzo IP, come si scrive un blocco di indirizzi, cosa rende una subnet pubblica o privata. Poi vediamo come Terraform genera tutta la rete da tre variabili.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VPC è una rete privata e isolata dentro AWS, tutta vostra: nessun altro cliente la vede. L'analogia dell'edificio: le subnet sono i piani, la route table è la segnaletica di ogni piano, l'Internet Gateway è il portone sulla strada, il NAT Gateway è un'uscita di servizio: si esce a fare commissioni, ma nessuno entra da lì.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l'architettura che avremo alla fine. Un VPC su due Availability Zone, cioè due data center di Milano. In ognuna tre livelli di subnet: pubblica, dove sta il NAT; privata, dove staranno i server EC2 dell'applicazione; database, dove starà RDS. Le pubbliche parlano con internet, le private escono solo tramite il NAT, le database non escono affatto. In laboratorio c'è un solo NAT; in produzione uno per 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dispositivo in rete ha un indirizzo IP, come un numero civico. Nella versione 4 è fatto di quattro numeri da 0 a 255. I dati viaggiano in pacchetti, e ogni pacchetto ha scritto il mittente e il destinatario, come una busta. Ci sono IP pubblici, unici al mondo e raggiungibili da internet, e IP privati, in tre intervalli riservati: chiunque li usa dentro la propria rete, ma internet non li trasporta. Tutto il nostro VPC usa IP privati.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blocco di indirizzi si scrive con un indirizzo, una barra e un numero. Il numero dice quante cifre binarie sono fisse partendo da sinistra. In pratica, visto che ogni numero dell'indirizzo vale otto bit: barra 16 fissa i primi due numeri, quindi dieci punto venti punto qualunque cosa, sessantacinquemila indirizzi. Barra 24 fissa i primi tre, duecentocinquantasei indirizzi. Barra zero non fissa niente: significa qualunque indirizzo. Più piccolo il numero, più grande il blocco.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ogni subnet AWS riserva cinque indirizzi: i primi quattro e l'ultimo. L'indirizzo di rete, che è il nome del blocco; il router del VPC, che smista i pacchetti secondo la route table; il DNS, la rubrica che traduce nomi in indirizzi; uno riservato per il futuro; e l'ultimo, il broadcast. Quindi una barra 24 ha 251 indirizzi utilizzabili, non 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CIDR di un VPC si pianifica prima: cambiarlo dopo significa distruggere e ricreare tutta la rete. Regole: intervalli privati; nessuna sovrapposizione con le reti con cui un giorno si dovrà comunicare, altri VPC, la rete dell'azienda, i client VPN; niente reti di casa, perché 192.168.0 e 192.168.1 sono i default dei router domestici. La numerazione a decine rende i livelli riconoscibili: un 10.20.2 qualcosa è sicuramente un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Availability Zone è uno o più data center separati dagli altri della stessa regione, con alimentazione e rete indipendenti. Milano ne ha tre. Il punto chiave: ogni subnet vive in una sola AZ. Se la AZ ha un problema, le sue subnet sono a rischio. Per questo ogni livello si duplica su almeno due AZ. RDS Multi-AZ, che vedremo, lo pretende.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concetto che sblocca tutto: una subnet non è pubblica o privata per un'impostazione, lo è per la sua route table. Si guarda dove porta la rotta zero zero zero zero barra zero, cioè tutto il resto. Verso l'Internet Gateway: pubblica. Verso il NAT: privata, esce ma non è raggiungibile. Nessuna rotta: isolata, parla solo col VPC. Nel nostro progetto: pubbliche per il NAT, private per l'applicazione, isolate per il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rotta dice: i pacchetti diretti a questo blocco mandali a questo gateway. Ogni route table ha sempre la rotta local per il blocco del VPC, che fa parlare tutte le subnet tra loro e non si toglie. Se un indirizzo corrisponde a più rotte, vince la più specifica, cioè quella col numero dopo la barra più grande. Un pacchetto per 10.20.11.7 segue local; un pacchetto per un sito su internet segue zero zero zero zero barra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essere raggiungibile da internet non basta la subnet pubblica. Servono tre cose: la rotta verso l'Internet Gateway, un IP pubblico, e un firewall che lasci passare il traffico, che vediamo nella prossima dispensa. Attenzione: in una subnet pubblica una risorsa senza IP pubblico non riesce nemmeno a uscire. Per uscire senza IP pubblico serve una subnet privata col NAT. Noi lasciamo spenta l'assegnazione automatica di IP pubblici anche nelle subnet pubbliche: lì ci va solo il 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L'Internet Gateway è il collegamento tra VPC e internet: uno per VPC, gestito da AWS, gratuito. Il NAT, network address translation, permette alle subnet private di iniziare connessioni verso internet. Sostituisce il mittente privato con il proprio Elastic IP e si annota la connessione, così sa a chi girare la risposta. Un pacchetto che arriva da fuori senza essere una risposta non corrisponde a nessun appunto e viene scartato. Il NAT sta in una subnet pubblica, vive in una sola AZ e si paga a 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scelta di progetto. Un NAT per AZ, ognuna usa il suo: se cade una AZ le altre continuano a uscire, ma costa di più. È la scelta di produzione. Un solo NAT condiviso: se cade la sua AZ nessuno esce, ma costa meno. È la scelta da laboratorio. Nel codice è una variabile, single_nat_gateway, così lo stesso progetto serve a entrambi.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cose da non dimenticare. Il DNS è la rubrica della rete: traduce un nome nell'indirizzo IP. I servizi AWS si raggiungono per nome, quindi le due opzioni DNS del VPC vanno entrambe attive: senza, non funzionano il database, SSM e i VPC endpoint, con sintomi che sembrano tutt'altro. I Flow Logs registrano chi ha parlato con chi: sorgente, destinazione, porte, se è stato accettato o rifiutato. Non il contenuto. Servono per capire perché una connessione non passa e per la sicurezza. Sono facoltativi.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Nuovo costrutto del linguaggio. Le subnet sono quasi identiche: cambiano solo AZ e CIDR. for_each dice a Terraform: crea una copia di questa risorsa per ogni elemento della mappa. Dentro il blocco, each punto key è la chiave dell'elemento corrente, each punto value il valore. Ogni copia ha un nome con la chiave tra parentesi quadre. Se aggiungete o togliete una AZ, cambia solo quella copia.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Secondo costrutto nuovo. Un'espressione for costruisce una lista o una mappa a partire da un'altra, applicando una formula a ogni elemento. Si legge: per ogni x nella lista, calcola questo. Se è racchiusa tra parentesi quadre produce una lista. Se è tra graffe, con la freccia uguale maggiore tra chiave e valore, produce una mappa. Con due variabili, i e x, la prima è la posizione nella lista, contando da zero. Lo usiamo nella prossima slide per calcolare tutte le subnet.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Invece di scrivere sei subnet a mano, le calcoliamo. La funzione cidrsubnet prende il blocco del VPC, aggiunge otto bit e restituisce la barra 24 numero n: il numero n finisce nel terzo numero dell'indirizzo. L'espressione for che abbiamo appena visto scorre le AZ con la posizione i e per ognuna calcola i tre CIDR: pubblica i, privata dieci più i, database venti più i. Le graffe e la freccia la rendono una mappa con chiave la AZ, esattamente la forma che serve a for_each. Tre variabili governano tutto: vpc_cidr, az_count e single_nat_gateway.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sezione 9 della dispensa. Si prova cidrsubnet in console, si legge il plan contando le risorse per tipo, si applica e si controllano le route table dalla CLI. Poi tre plan con l'opzione meno var, che cambia una variabile solo per quel comando: un NAT per AZ, una AZ in più, un CIDR diverso. Il terzo mostra la modifica più pericolosa: ricrea tutto. Alla fine destroy, perché il NAT si paga a 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2: contiene le basi di rete, il codice completo spiegato passo per passo e l'esercizio con i risultati attesi. Oggi abbiamo visto dove il traffico può andare; la prossima volta vediamo cosa può passare: i firewall.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VPC: la rete privata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Indirizzi, subnet, route table, Internet Gateway e NAT Gateway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VPC è un edificio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l'edificio: una rete isolata, tutta tua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3317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429768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piani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29768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segnaletica: dove porta ogni corridoio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348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08760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4297680" y="4251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portone sulla strada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548640" y="5212080"/>
            <a:ext cx="731520" cy="7315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949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0876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2000" dirty="0"/>
          </a:p>
        </p:txBody>
      </p:sp>
      <p:sp>
        <p:nvSpPr>
          <p:cNvPr id="24" name="Text 16"/>
          <p:cNvSpPr txBox="1"/>
          <p:nvPr/>
        </p:nvSpPr>
        <p:spPr>
          <a:xfrm>
            <a:off x="429768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di servizio: si esce, non si entra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arriviamo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892040"/>
          </a:xfrm>
          <a:prstGeom prst="roundRect">
            <a:avLst>
              <a:gd name="adj" fmla="val 2243"/>
            </a:avLst>
          </a:prstGeom>
          <a:solidFill>
            <a:srgbClr val="F7F6FD"/>
          </a:solidFill>
          <a:ln w="1905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10.20.0.0/16 · eu-south-1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4630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60920" y="1783080"/>
            <a:ext cx="1097280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headEnd type="triangl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5039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331720"/>
            <a:ext cx="53035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eu-south-1a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97280" y="27889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278892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PUBBLICA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· entra ed esce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97280" y="384048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PRIVATA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esce tramite il NAT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97280" y="48920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728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nessuna uscita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0" y="2331720"/>
            <a:ext cx="53035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eu-south-1b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75120" y="27889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78892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PUBBLICA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ed esce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384048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384048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PRIVATA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esce tramite il NAT della AZ-a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675120" y="48920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nessuna uscita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394960" y="2103120"/>
            <a:ext cx="0" cy="68580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headEnd type="triangl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766560" y="2103120"/>
            <a:ext cx="0" cy="68580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headEnd type="triangl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indirizzi 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554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196596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1554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1554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480060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7432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 da 0 a 255 · ogni pacchetto porta mittente e destinatario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92240" y="1463040"/>
            <a:ext cx="5148072" cy="2011680"/>
          </a:xfrm>
          <a:prstGeom prst="roundRect">
            <a:avLst>
              <a:gd name="adj" fmla="val 5455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0840" y="1691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52360" y="169164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pubblici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720840" y="2377440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 al mondo, raggiungibili da internet. Es. l'indirizzo di un sito web.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492240" y="3657600"/>
            <a:ext cx="5148072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0840" y="3886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0233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52360" y="388620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privati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720840" y="4572000"/>
            <a:ext cx="4690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Riusabili in ogni rete, internet non li trasporta. Iniziano con 10. · 172.16–31. · 192.168.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48640" y="36576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296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nostro VPC usa IP privati. Per uscire su internet serve una "traduzione" (il NAT).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notazione CIDR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/16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10.20.x.x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65.536 indirizzi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 VPC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10.20.1.x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indirizzi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subnet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672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qualunque indirizzo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"tutto il resto"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piccolo il numero dopo la barra, più grande il blocco.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si tiene 5 indirizzi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 utilizzabili in una /24, non 256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69768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737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Riservato 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di rete: il nome del blocco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del VPC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10.20.1.2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di AWS: la rubrica dei nomi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futuro di AWS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10.20.1.255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("a tutti"): non supportato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indirizzi del corso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10.20.0.0/16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Pubbliche (a,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10.20.0.0/24 · 10.20.1.0/24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(a,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10.20.10.0/24 · 10.20.11.0/24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Applicazione (EC2)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(a,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10.20.20.0/24 · 10.20.21.0/24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VPN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10.100.0.0/22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Fuori dal VPC (dispensa 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321040" y="1463040"/>
            <a:ext cx="3319272" cy="4480560"/>
          </a:xfrm>
          <a:prstGeom prst="roundRect">
            <a:avLst>
              <a:gd name="adj" fmla="val 330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549640" y="1691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288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281160" y="1691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Pianificare prima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8549640" y="2377440"/>
            <a:ext cx="28620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intervalli privati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sovrapposizione con altri VPC, rete aziendale, VPN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192.168.0.x e 192.168.1.x: reti di casa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Cambiare il CIDR dopo = ricreare tutto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2926080"/>
          </a:xfrm>
          <a:prstGeom prst="roundRect">
            <a:avLst>
              <a:gd name="adj" fmla="val 3750"/>
            </a:avLst>
          </a:prstGeom>
          <a:solidFill>
            <a:srgbClr val="F7F6FD"/>
          </a:solidFill>
          <a:ln w="1905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eu-south-1 · Milano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01168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94560" y="21945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eu-south-1a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 dal corso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201168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52160" y="21945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774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720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eu-south-1b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 dal corso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229600" y="201168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509760" y="2194560"/>
            <a:ext cx="731520" cy="73152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3774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eu-south-1c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disponibile (az_count = 3)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47548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4754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subnet vive in UNA sola AZ → ogni livello si duplica su almeno due AZ.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route table decide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subnet non è pubblica o privata per un'impostazione: lo è per la sua route table.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20240" y="269748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9032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 → Internet Gateway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ed esce, se la risorsa ha un IP pubblico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97680" y="251460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0" y="2697480"/>
            <a:ext cx="822960" cy="8229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9032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9768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 → NAT Gateway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Esce, ma non è raggiungibile da fuori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046720" y="251460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269748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9032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ISOLATA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nessuna rotta 0.0.0.0/0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 solo con il resto del VPC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 la rotta più specifica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di una subnet privata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10.20.0.0/16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0.0.0.0/0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nat-0abc…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463040"/>
            <a:ext cx="5239512" cy="1234440"/>
          </a:xfrm>
          <a:prstGeom prst="roundRect">
            <a:avLst>
              <a:gd name="adj" fmla="val 740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1463040"/>
            <a:ext cx="5239512" cy="123444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pacchetto per 10.20.11.7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corrisponde a /16 e a /0 → vince /16 → local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0" y="2926080"/>
            <a:ext cx="5239512" cy="1234440"/>
          </a:xfrm>
          <a:prstGeom prst="roundRect">
            <a:avLst>
              <a:gd name="adj" fmla="val 740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2926080"/>
            <a:ext cx="5239512" cy="123444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pacchetto per 142.250.180.4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corrisponde solo a /0 → NAT → internet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4805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44805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traffico interno resta interno: solo quello verso l'esterno segue 0.0.0.0/0.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Raggiungibile da internet: tre condizioni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Rotta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verso l'Internet Gateway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19456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IP pubblico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 (cambia) o Elastic IP (fisso)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863840" y="219456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Firewall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ammettere il traffico: dispensa 3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548640" y="40233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40233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IP pubblico, in una subnet pubblica non si esce nemmeno. Per uscire senza IP pubblico: subnet privata + NAT.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31520" y="539496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map_public_ip_on_launch = false   </a:t>
            </a:r>
            <a:pPr indent="0" marL="0">
              <a:buNone/>
            </a:pPr>
            <a:r>
              <a:rPr lang="en-US" sz="17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 IP pubblici automatici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e NAT Gateway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10.20.10.5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privata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35808" y="2057400"/>
            <a:ext cx="329184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4630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mittente → Elastic IP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annota la connessione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70448" y="2057400"/>
            <a:ext cx="329184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7920" y="14630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05088" y="2057400"/>
            <a:ext cx="329184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52560" y="14630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56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743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risposte tornano indietro · una connessione INIZIATA da fuori non ha nessun percorso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83280"/>
            <a:ext cx="5440680" cy="2560320"/>
          </a:xfrm>
          <a:prstGeom prst="roundRect">
            <a:avLst>
              <a:gd name="adj" fmla="val 428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50876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2976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il VPC a internet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per VPC, gestito da AWS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Gratuito: serve solo una rotta che lo usi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172200" y="3383280"/>
            <a:ext cx="5440680" cy="2560320"/>
          </a:xfrm>
          <a:prstGeom prst="roundRect">
            <a:avLst>
              <a:gd name="adj" fmla="val 428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0" y="36118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4904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42976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uscita, dalle subnet private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in una subnet PUBBLICA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in una sola AZ e si paga a 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NAT o uno per AZ?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NAT per AZ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7744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cade una AZ, le altre escono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più alto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NAT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37744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cade la sua AZ, nessuno esce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più basso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Laboratorio, sviluppo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49834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"single_nat_gateway"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bool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true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lab: un solo NAT. false = uno per AZ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 Flow Logs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la rubrica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7744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un nome nell'indirizzo IP da contattare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enable_dns_support = true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enable_dns_hostnames = true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Senza: niente nome del database, SSM, VPC endpoint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Logs (facoltativi)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37744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parlato con chi: sorgente, destinazione, porta, esito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registrano il contenuto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troubleshooting e la sicurezza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S3, in un bucket dedicato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for_each: una risorsa, tante copie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"public"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"eu-south-1a" = "10.20.0.0/24"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"eu-south-1b" = "10.20.1.0/24"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aws_vpc.main.id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each.key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chiave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each.value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371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risultato: due subnet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78040" y="1874520"/>
            <a:ext cx="4462272" cy="731520"/>
          </a:xfrm>
          <a:prstGeom prst="roundRect">
            <a:avLst>
              <a:gd name="adj" fmla="val 12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1874520"/>
            <a:ext cx="4462272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aws_subnet.public["eu-south-1a"]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78040" y="2743200"/>
            <a:ext cx="4462272" cy="731520"/>
          </a:xfrm>
          <a:prstGeom prst="roundRect">
            <a:avLst>
              <a:gd name="adj" fmla="val 12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2743200"/>
            <a:ext cx="4462272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aws_subnet.public["eu-south-1b"]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78040" y="3703320"/>
            <a:ext cx="4462272" cy="960120"/>
          </a:xfrm>
          <a:prstGeom prst="roundRect">
            <a:avLst>
              <a:gd name="adj" fmla="val 9524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3703320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copia ha un nome stabile (la AZ): aggiungere o togliere una AZ tocca solo quella.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il blocco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 (prima copia)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each.key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chiave dell'elemento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"eu-south-1a"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each.value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valore dell'elemento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"10.20.0.0/24"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espressioni for: una formula per ogni elemento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legge: "per ogni x nella lista, calcola questo".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77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 x in ["a", "b"] : upper(x)]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624328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720840" y="22402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["A", "B"]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224028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→ una LISTA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0632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x fra "a" e "b", metti upper(x) in una lista.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49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{for x in ["a", "b"] : x =&gt; upper(x)}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63640" y="3995928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720840" y="36118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3611880"/>
            <a:ext cx="26517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 = "A", b = "B" }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361188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e =&gt; → una MAPPA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4348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x, crea la coppia chiave x → valore upper(x).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 i, x in ["a", "b"] : "${i}-${x}"]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263640" y="5367528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720840" y="49834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2084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["0-a", "1-b"]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509760" y="498348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la posizione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8064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due nomi: i è la posizione (si conta da 0), x l'elemento.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 la rete da tre variabili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694944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6583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subnets =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i, az in local.azs : az =&gt;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 = cidrsubnet(var.vpc_cidr, 8, 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= cidrsubnet(var.vpc_cidr, 8, 10 + 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      = cidrsubnet(var.vpc_cidr, 8, 20 + 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80960" y="1371600"/>
            <a:ext cx="3959352" cy="2514600"/>
          </a:xfrm>
          <a:prstGeom prst="roundRect">
            <a:avLst>
              <a:gd name="adj" fmla="val 363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3716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cidrsubnet(blocco, 8, n)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 /16 in /24 e dà la numero n: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finisce nel terzo numero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21 → 10.20.21.0/24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651760"/>
                <a:gridCol w="2651760"/>
                <a:gridCol w="26791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eu-south-1a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10.20.0.0/24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10.20.10.0/24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10.20.20.0/24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eu-south-1b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10.20.11.0/24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10.20.21.0/24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2 · VPC: la rete privata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417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console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cidrsubnet: corrisponde al piano?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le risorse per tipo e spiegale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703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+ CLI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porta 0.0.0.0/0 in ogni tabella?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846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-var single_nat_gateway=false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 crea, cosa si modifica?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1508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1417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-var az_count=3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subnet esistenti vengono toccate?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0" y="2651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-var vpc_cidr=10.30.0.0/16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la più pericolosa?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200" y="37947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3703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Logs (facoltativo)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arrivano file nel bucket?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200" y="4937760"/>
            <a:ext cx="640080" cy="6400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722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4846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NAT si paga a 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VPC è la tua rete isolata; il VPC di default non si usa per niente di serio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CIDR si pianifica prima: niente sovrapposizioni, niente reti di casa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subnet vive in una sola AZ: ogni livello su almeno due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route table decide: pubblica, privata o isolata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IGW: entra ed esce. NAT: solo uscita, in subnet pubblica, si paga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sempre attivo, ogni subnet associata esplicitamente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dispense/dispensa-2-vpc.md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Security Group e NACL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2026-09-30T13:17:51Z</dcterms:created>
  <dcterms:modified xsi:type="dcterms:W3CDTF">2026-09-30T13:17:51Z</dcterms:modified>
</cp:coreProperties>
</file>