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costruiamo la rete in cui vivranno server e database. Partiamo dalle basi, senza dare niente per scontato: cos'è un indirizzo, come si divide una rete, come si esce su internet. Poi vediamo come Terraform crea tutta la rete da poche variabili.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Nelle prossime lezioni avremo dei server, che in AWS si chiamano EC2, e un database, che si chiama RDS. I server devono parlare con il database e scaricare aggiornamenti da internet. Il database invece non deve essere raggiungibile da internet. Una rete è un insieme di computer collegati che si scambiano dati usando degli indirizzi. In AWS la nostra rete privata si chiama VPC, e decide chi può parlare con 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VPC, Virtual Private Cloud, è una rete privata e isolata dentro AWS, tutta vostra. L'analogia dell'edificio: le subnet sono i piani, la route table è la segnaletica di ogni piano, l'Internet Gateway è il portone sulla strada, il NAT Gateway è un'uscita di servizio: si esce, ma nessuno entra da lì. AWS crea anche un VPC di default in ogni regione, con tutto aperto: comodo per le prove, non per noi. Creiamo il nostro.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rete che avremo alla fine. Non serve capirla tutta adesso: ogni parola la spieghiamo nelle prossime slide, e alla fine la rivediamo. Due data center di Milano, e in ognuno tre piani: pubblico, dove sta il NAT; privato, dove staranno i server; database, che non esce su internet. Il portone, l'Internet Gateway, collega le subnet pubbliche a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dispositivo in rete ha un indirizzo IP, come un numero di telefono: serve agli altri per mandargli dati. È fatto di quattro numeri da 0 a 255. I dati viaggiano in pacchetti, pezzetti di dati con scritto mittente e destinatario, come una busta. Gli IP pubblici sono come un numero diretto: raggiungibili da tutto il mondo. Gli IP privati sono come un interno aziendale: valgono solo dentro l'ufficio. Il nostro VPC usa solo IP privati; per chiamare fuori serve un centralino, il NAT.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dire un intero gruppo di indirizzi si usa la notazione CIDR: un indirizzo, una barra e un numero. Il numero dopo la barra dice quanta parte dell'indirizzo è fissa. Barra 16: i primi due numeri sono fissi, gli altri due liberi: 10.20 punto qualunque cosa, sessantacinquemila indirizzi. Barra 24: i primi tre fissi, 256 indirizzi. Barra zero: niente fisso, cioè qualunque indirizzo, tutto internet. Tecnicamente il numero conta i bit, otto per ogni numero dell'indirizzo.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regione è una città con i data center di AWS: per noi Milano. Dentro la regione ci sono più Availability Zone, abbreviato AZ: data center separati, ognuno con corrente e rete proprie. Se uno si guasta, gli altri continuano a funzionare. Milano ne ha tre. Il punto chiave: una subnet sta in un solo data center. Quindi ogni tipo di subnet, pubblica, privata e database, va creato in almeno due 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scrivere codice si decide il piano degli indirizzi: cambiarlo dopo significa ricreare tutta la rete. Tutta la rete usa 10.20. Le subnet usano il terzo numero per il tipo: da 0 a 9 le pubbliche, da 10 a 19 le private, da 20 a 29 i database; i buchi lasciano spazio a nuove AZ. Due regole: se due reti collegate usano gli stessi numeri, i pacchetti non sanno dove andare; e niente 192.168, che è la rete di casa: da casa, con la VPN, il PC confonderebbe le due 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subnet ha una route table: un elenco di regole del tipo per andare verso questi indirizzi, passa da qui. Ogni regola si chiama rotta. Una subnet non è pubblica o privata per un'impostazione, lo è per la sua route table: si guarda dove porta la rotta zero zero zero zero barra zero, cioè tutto internet. Verso l'Internet Gateway: pubblica, qui mettiamo il NAT. Verso il NAT: privata, qui i server. Nessuna rotta: isolata, qui il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route table ha sempre la rotta local: tutti gli indirizzi della nostra rete, 10.20.0.0 barra 16, restano dentro. Se un indirizzo corrisponde a più rotte, vince la più precisa. È come la posta: via Roma 5, Milano batte Italia. Un pacchetto per 10.20.11.7 inizia con 10.20, quindi sta dentro la rete; sta anche in barra zero, che è tutto; vince la più precisa, local. Un pacchetto per un server di Google corrisponde solo a barra zero, quindi va al NAT e poi su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L'Internet Gateway è il portone tra la rete e internet: uno per rete, gestito da AWS, gratuito. Il NAT Gateway serve ai server delle subnet private, che hanno solo indirizzi privati. Funziona come un centralino: quando un server chiama fuori, il NAT sostituisce l'indirizzo privato con il suo indirizzo pubblico e si ricorda chi ha chiamato, così sa a chi girare la risposta. Una chiamata che arriva da fuori senza essere una risposta non ha nessuno a cui andare, e viene scartata. Il NAT non ha un'uscita propria: passa anche lui dal portone.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essere raggiungibile da internet servono tre cose insieme: la rotta verso il portone, un indirizzo pubblico, e un firewall che lasci passare, che vediamo nella prossima lezione. L'indirizzo pubblico può essere automatico, assegnato all'avvio e diverso a ogni riavvio, oppure un Elastic IP: un indirizzo pubblico fisso che si affitta da AWS. Attenzione: in una subnet pubblica, senza indirizzo pubblico non si esce nemmeno. Per sicurezza, nelle nostre subnet nessun server riceve un indirizzo pubblico se non lo chiediamo.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NAT vive in un solo data center. Con un NAT per AZ, se un data center si guasta gli altri server continuano a uscire su internet, ma si pagano più NAT: è la scelta di produzione. Con un solo NAT, se cade il suo data center i server privati di tutte le AZ perdono internet, mentre il database non ne risente perché non esce comunque; costa meno ed è la scelta da laboratorio. Nel codice è una variabile: Terraform crea un NAT se è true, uno per AZ se è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ricorda gli indirizzi a memoria: si usano i nomi. Il DNS è la rubrica che traduce un nome nell'indirizzo da chiamare. Per esempio il nome del nostro database diventerà un indirizzo come 10.20.20.15. In AWS i servizi si raggiungono per nome, quindi nel VPC vanno accese due opzioni: una fa rispondere il VPC alle domande sui nomi, l'altra dà un nome alle risorse. Senza, il database e altri servizi non si trovano.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Flow Logs registrano ogni connessione nella rete: chi ha chiamato, chi ha risposto, su quale porta, e se è stata accettata o rifiutata. Non il contenuto. La porta è come lo sportello di un servizio: 443 per i siti web, 5432 per il database PostgreSQL. Servono per capire perché una connessione non funziona e per la sicurezza, per esempio scoprire qualcuno che prova tutte le porte. Sono facoltativi e si salvano in un bucket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Passiamo al codice. aws_vpc crea la rete: cidr_block è il gruppo di indirizzi, preso dalla variabile vpc_cidr, e le due opzioni DNS sono accese. aws_internet_gateway crea il portone, e vpc_id dice a quale rete attaccarlo: aws_vpc.main.id è l'identificativo della rete appena creata. Come nella lezione 0, questo riferimento dice a Terraform di creare prima la rete e poi il portone.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Nuovo costrutto. Il problema: serve la stessa subnet in due data center, cambiano solo AZ e indirizzi. Invece di copiare il blocco due volte, for_each lo ripete per ogni elemento di una mappa. Dentro il blocco, each.key è la chiave dell'elemento corrente, qui la AZ, ed each.value il valore, qui gli indirizzi. Qui la mappa è scritta a mano; tra due slide la calcola Terraform. Se aggiungete eu-south-1c, Terraform crea solo quella e non tocca le altre.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calcolare la mappa invece di scriverla a mano serve un secondo costrutto, l'espressione for: costruisce una lista o una mappa applicando una formula a ogni elemento. Si legge: per ogni x nella lista, calcola questo. Tra parentesi quadre produce una lista; tra graffe, con la freccia uguale maggiore, una mappa. Con due nomi, i e x, i è la posizione, contando da zero. upper rende maiuscolo; dollaro graffa inserisce un valore nel testo, come nella lezione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Terraform calcola la mappa. local.azs contiene le prime AZ della regione: quante, lo dice la variabile az_count. Per ogni AZ, con la sua posizione i, calcoliamo tre indirizzi con la funzione cidrsubnet: prende la rete barra 16, la restringe di 8, cioè a barra 24, e prende la numero n. Pubblica i, privata dieci più i, database venti più i. Il risultato è la mappa che for_each usa: for_each uguale local.subnets, e ogni subnet prende each.value.public, private o db.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Ultimo pezzo di codice. aws_eip affitta l'indirizzo pubblico fisso per il NAT. aws_nat_gateway crea il NAT e lo mette in una subnet pubblica. aws_route_table crea la segnaletica, aws_route aggiunge la regola: per tutto internet, passa dal NAT. aws_route_table_association collega ogni subnet alla sua route table. Importante: una subnet senza collegamento usa la tabella principale della rete, e se qualcuno ci aggiunge una rotta verso internet diventa pubblica per sbaglio. Per questo ogni subnet ha il suo collegamento esplicito.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Rivediamo lo schema dell'inizio: ora ogni parola ha un significato. La rete 10.20 barra 16 a Milano, due data center, in ognuno tre subnet barra 24. Le pubbliche hanno la rotta verso il portone; lì sta il NAT. Le private hanno la rotta verso il NAT: escono, ma nessuno entra. I database non hanno rotte verso internet. Il DNS è acceso. E tutto questo lo crea Terraform da tre variabili: vpc_cidr, az_count e single_nat_gateway.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sezione 9 della dispensa. Uno: provate cidrsubnet in terraform console, il risultato atteso è 10.20.21.0/24. Due: plan, e contate le risorse per tipo. Tre: apply, poi controllate le route table con il comando della dispensa. Quattro, cinque e sei: tre plan con meno var, che cambia una variabile solo per quel comando. Il sesto, con un indirizzo diverso, mostra che si ricrea tutto: guardate quante risorse vengono sostituite. Otto: destroy subito, perché il NAT si paga a ore anche se non lo usate.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2: contiene le basi di rete, il codice completo spiegato passo per passo e l'esercizio con i risultati attesi. Oggi abbiamo visto dove il traffico può andare; la prossima volta vediamo cosa può passare: i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VPC: la rete privata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Indirizzi, subnet, uscite verso internet, e come Terraform costruisce tutto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serve una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= computer collegati che si scambiano dati usando indirizzi.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2423160"/>
            <a:ext cx="822960" cy="8229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6289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(EC2)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l'applicazione: lezione 5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0" y="242316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6289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9768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(RDS)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9768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lezione 6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418320" y="2423160"/>
            <a:ext cx="822960" cy="8229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262890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04672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aggiornamenti, utenti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server deve parlare con il database e con internet. Il database NON deve essere raggiungibile da internet. Chi decide? La rete: il VPC.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un edificio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497330"/>
            <a:ext cx="342900" cy="342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l'edificio: la tua rete privata e isolata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167128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338578"/>
            <a:ext cx="342900" cy="3429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3040" y="21671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4206240" y="21671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piani: pezzi della rete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008376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179826"/>
            <a:ext cx="342900" cy="3429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3008376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4206240" y="3008376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segnaletica: dove si va da ogni piano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3849624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" y="4021074"/>
            <a:ext cx="342900" cy="3429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3849624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849624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 sulla strada: si entra e si esce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690872"/>
            <a:ext cx="685800" cy="6858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90" y="4862322"/>
            <a:ext cx="342900" cy="3429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63040" y="46908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4206240" y="469087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 servizio: si esce, non si entra</a:t>
            </a:r>
            <a:endParaRPr lang="en-US" sz="1800" dirty="0"/>
          </a:p>
        </p:txBody>
      </p:sp>
      <p:sp>
        <p:nvSpPr>
          <p:cNvPr id="25" name="Shape 17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crea un VPC "di default" con tutto aperto: comodo per le prove, non per noi. Creiamo il nostro.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arriviamo (ogni parola la spieghiamo dopo)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937760"/>
          </a:xfrm>
          <a:prstGeom prst="roundRect">
            <a:avLst>
              <a:gd name="adj" fmla="val 2222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25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rete (VPC) · Milano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468880" cy="594360"/>
          </a:xfrm>
          <a:prstGeom prst="roundRect">
            <a:avLst>
              <a:gd name="adj" fmla="val 1538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1709928"/>
            <a:ext cx="109728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503920" y="1417320"/>
            <a:ext cx="2011680" cy="594360"/>
          </a:xfrm>
          <a:prstGeom prst="roundRect">
            <a:avLst>
              <a:gd name="adj" fmla="val 15385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 (AZ 1a)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· entra ed esce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9728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esce tramite il NAT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09728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728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 (AZ 1b)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67512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67512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usa il NAT dell'altra AZ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7512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67512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3949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7665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96596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338328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480060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5146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= come un numero di telefono · 4 numeri da 0 a 255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55778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1089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Pacchetto = un pezzetto di dati spedito in rete, con mittente e destinatario, come una busta.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4389120"/>
            <a:ext cx="5577840" cy="1463040"/>
          </a:xfrm>
          <a:prstGeom prst="roundRect">
            <a:avLst>
              <a:gd name="adj" fmla="val 62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891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nostro VPC usa solo IP privati. Per chiamare fuori serve un "centralino" con un numero pubblico: il NAT.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92240" y="1417320"/>
            <a:ext cx="5148072" cy="2103120"/>
          </a:xfrm>
          <a:prstGeom prst="roundRect">
            <a:avLst>
              <a:gd name="adj" fmla="val 521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20840" y="16459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78308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452360" y="164592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pubblico = numero diretto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2331720"/>
            <a:ext cx="4690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 al mondo, raggiungibile da internet. Es. l'indirizzo di un sito web.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492240" y="3703320"/>
            <a:ext cx="5148072" cy="2148840"/>
          </a:xfrm>
          <a:prstGeom prst="roundRect">
            <a:avLst>
              <a:gd name="adj" fmla="val 510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720840" y="3931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06908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452360" y="393192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privato = interno aziendale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720840" y="4617720"/>
            <a:ext cx="4690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solo dentro la tua rete. Inizia con 10. oppure 192.168. oppure da 172.16. a 172.31.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 gruppo di indirizzi: CIDR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dopo la barra dice quanta parte dell'indirizzo è FISSA.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/16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10.20.x.x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2 numeri fissi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65.536 indirizzi: tutta la rete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9768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/24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10.20.1.x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3 numeri fissi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indirizzi: una subnet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4672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4672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fisso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indirizzo: "tutto internet"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qualunque numero da 0 a 255 · (tecnicamente il numero conta i bit: 8 per ogni numero dell'indirizzo)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 Availability Zone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= una città (Milano).  AZ = un data center separato in quella città, con corrente e rete proprie.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11094415" cy="2331720"/>
          </a:xfrm>
          <a:prstGeom prst="roundRect">
            <a:avLst>
              <a:gd name="adj" fmla="val 4706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eu-south-1 · Milano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40280" y="27889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0300" y="29489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97880" y="27889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29489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720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eu-south-1b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2296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555480" y="2788920"/>
            <a:ext cx="640080" cy="640080"/>
          </a:xfrm>
          <a:prstGeom prst="ellipse">
            <a:avLst/>
          </a:prstGeom>
          <a:solidFill>
            <a:srgbClr val="5F6478"/>
          </a:solidFill>
          <a:ln w="12700">
            <a:solidFill>
              <a:srgbClr val="5F647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294894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eu-south-1c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disponibile, se imposti az_count = 3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8463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sta in UN solo data center → ogni tipo di subnet (pubblica, privata, database) va creato in almeno due AZ.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degli indirizzi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cosa serve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Tutta la rete (VPC)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Pubbliche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 · 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 · 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(EC2)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 · 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(RDS)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34840"/>
            <a:ext cx="758952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43484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Terzo numero: 0-9 pubbliche, 10-19 private, 20-29 database. I buchi lasciano spazio a nuove AZ.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321040" y="1371600"/>
            <a:ext cx="3319272" cy="4160520"/>
          </a:xfrm>
          <a:prstGeom prst="roundRect">
            <a:avLst>
              <a:gd name="adj" fmla="val 330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49640" y="16002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3736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16002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regole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8549640" y="2286000"/>
            <a:ext cx="286207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reti collegate con gli stessi numeri: i pacchetti non sanno dove andare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192.168.x: è la rete di casa, e da casa con la VPN il PC confonderebbe le due reti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 = elenco di regole "per andare verso X, passa da Y". Ogni regola è una ROTTA.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03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porta la rotta 0.0.0.0/0 ("tutto internet")? Questo decide che tipo di subnet è.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65960" y="2788920"/>
            <a:ext cx="731520" cy="7315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971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Internet Gateway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il NAT Gateway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9768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715000" y="278892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971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PRIVATA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443484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NAT Gateway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48056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esce, ma nessuno entra da fuori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48056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 server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4672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464040" y="2788920"/>
            <a:ext cx="731520" cy="73152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7180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04672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ISOLATA (database)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18388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nessuna rotta 0.0.0.0/0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22960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parla solo con la rete interna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822960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il database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 la rotta più precisa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di una subnet privata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andare verso…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 da…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= resta dentro la rete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0.0.0.0/0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nat-0abc… = il NAT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309360" y="1325880"/>
            <a:ext cx="5330952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09360" y="1325880"/>
            <a:ext cx="5330952" cy="141732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10.20.11.7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 con 10.20 → sta nella rete (/16) e in "tutto" (/0). Vince la più precisa: /16 → resta dentro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309360" y="2926080"/>
            <a:ext cx="5330952" cy="1417320"/>
          </a:xfrm>
          <a:prstGeom prst="roundRect">
            <a:avLst>
              <a:gd name="adj" fmla="val 645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09360" y="2926080"/>
            <a:ext cx="5330952" cy="141732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142.250.180.4 (Google)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solo in /0 → va al NAT → internet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57200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5720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la posta: "via Roma 5, Milano" batte "Italia". Il traffico interno resta interno.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e NAT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privato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3580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03580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9" name="Shape 6"/>
          <p:cNvSpPr/>
          <p:nvPr/>
        </p:nvSpPr>
        <p:spPr>
          <a:xfrm>
            <a:off x="338328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mette il suo indirizzo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pubblico e si ricorda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chiamato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87044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87044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13" name="Shape 10"/>
          <p:cNvSpPr/>
          <p:nvPr/>
        </p:nvSpPr>
        <p:spPr>
          <a:xfrm>
            <a:off x="621792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70508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70508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17" name="Shape 14"/>
          <p:cNvSpPr/>
          <p:nvPr/>
        </p:nvSpPr>
        <p:spPr>
          <a:xfrm>
            <a:off x="905256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8803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la richiesta esce · viola = la risposta torna · una chiamata iniziata da fuori viene scartata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74720"/>
            <a:ext cx="5440680" cy="2514600"/>
          </a:xfrm>
          <a:prstGeom prst="roundRect">
            <a:avLst>
              <a:gd name="adj" fmla="val 436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84048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508760" y="37033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Gateway: il portone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43891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 la rete a internet: si entra e si esce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rete, gestito da AWS, gratuito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172200" y="3474720"/>
            <a:ext cx="5440680" cy="2514600"/>
          </a:xfrm>
          <a:prstGeom prst="roundRect">
            <a:avLst>
              <a:gd name="adj" fmla="val 4364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00800" y="37033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840480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32320" y="37033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Gateway: il centralino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400800" y="43891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server privati chiamano fuori, nessuno li chiama da fuori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una subnet pubblica e passa dal portone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in una sola AZ e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 da internet: tre condizioni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Rotta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0.0.0.0/0 verso il portone (Internet Gateway)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1" name="Shape 7"/>
          <p:cNvSpPr/>
          <p:nvPr/>
        </p:nvSpPr>
        <p:spPr>
          <a:xfrm>
            <a:off x="429768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2628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830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Indirizzo pubblico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 (cambia a ogni riavvio) o Elastic IP (fisso, affittato da AWS)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86384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7" name="Shape 12"/>
          <p:cNvSpPr/>
          <p:nvPr/>
        </p:nvSpPr>
        <p:spPr>
          <a:xfrm>
            <a:off x="804672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7830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Firewall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lasciar passare il traffico: lezione 3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548640" y="406908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069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subnet pubblica, senza indirizzo pubblico non si esce nemmeno. Per uscire senza: subnet privata + NAT.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48640" y="521208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31520" y="53492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map_public_ip_on_launch = false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nessun IP pubblico se non lo chiediamo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o uno per AZ?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per AZ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3172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un data center, gli altri server escono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pagano più NAT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4173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830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NAT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3172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il suo data center, i server privati perdono internet (il database no)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paga un solo NAT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Laboratorio, sviluppo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47091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4846320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"single_nat_gateway"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   = bool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true: un solo NAT · false: uno per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DNS: la rubrica della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= la rubrica: traduce un nome nell'indirizzo da chiamare.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669280" cy="91440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86000"/>
            <a:ext cx="5669280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corso-db.xxxx.eu-south-1.rds.amazonaws.com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743200"/>
            <a:ext cx="73152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132320" y="2286000"/>
            <a:ext cx="4507992" cy="91440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286000"/>
            <a:ext cx="4507992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10.20.20.15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70332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enable_dns_support  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il VPC risponde alle domande sui nomi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enable_dns_hostnames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 risorse ricevono un nome, oltre all'indirizzo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8920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queste due opzioni il database e altri servizi AWS non si trovano (lezioni 5, 6, 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Logs: chi ha parlato con chi (facoltativo)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 = il registro delle chiamate della rete: chi, verso chi, quale porta, accettata o no.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registrano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chiamato e chi ha risposto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porta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accettata o rifiutata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il contenuto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26280" y="2468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6060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5780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= lo sportello del servizio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2628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443: siti web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5432: database PostgreSQL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6060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cosa servono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capire perché una connessione non funziona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sicurezza: chi prova tutte le porte?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la rete e il portone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107286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"aws_vpc" "main"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   = var.vpc_cidr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"10.20.0.0/16"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enable_dns_support   = true        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rubrica: accesa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enable_dns_hostnames = true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"aws_internet_gateway" "main"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= aws_vpc.main.id           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attaccalo a questa rete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48920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292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48920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aws_vpc.main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5778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rete: il gruppo di indirizzi e la rubrica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48920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50292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32320" y="48920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aws_internet_gateway.main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0" y="55778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portone, attaccato alla rete (vpc_id)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for_each: una subnet per ogni AZ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la stessa subnet in 2 AZ. Invece di copiare il blocco, for_each lo ripete per ogni elemento.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6400800" cy="3017520"/>
          </a:xfrm>
          <a:prstGeom prst="roundRect">
            <a:avLst>
              <a:gd name="adj" fmla="val 242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3172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"aws_subnet" "public"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for_each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"eu-south-1a" = "10.20.0.0/24"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"eu-south-1b" = "10.20.1.0/24"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           = aws_vpc.main.id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availability_zone = each.key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= each.value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gli indirizzi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risultato: due subnet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3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697480"/>
            <a:ext cx="4462272" cy="685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aws_subnet.public["eu-south-1a"]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178040" y="3520440"/>
            <a:ext cx="4462272" cy="685800"/>
          </a:xfrm>
          <a:prstGeom prst="roundRect">
            <a:avLst>
              <a:gd name="adj" fmla="val 13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78040" y="3520440"/>
            <a:ext cx="4462272" cy="685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aws_subnet.public["eu-south-1b"]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178040" y="4389120"/>
            <a:ext cx="4462272" cy="822960"/>
          </a:xfrm>
          <a:prstGeom prst="roundRect">
            <a:avLst>
              <a:gd name="adj" fmla="val 1111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438912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eu-south-1c: Terraform crea solo quella e non tocca le altre due.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each.key = la chiave (la AZ) · each.value = il valore (gli indirizzi) · qui la mappa è scritta a mano: tra due slide la calcola Terraform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espressioni for: una formula per ogni elemento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legge: "per ogni x nella lista, calcola questo". Ci serve per costruire la mappa AZ → indirizzi.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774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x in ["a", "b"] : upper(x)]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63640" y="26243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720840" y="22402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22402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["A", "B"]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22402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→ una LISTA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0632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x fra "a" e "b", metti upper(x) (= maiuscolo) in una lista.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6118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749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{for x in ["a", "b"] : x =&gt; upper(x)}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63640" y="39959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720840" y="36118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20840" y="36118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 = "A", b = "B" }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36118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 e =&gt; → una MAPPA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4348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x, crea la coppia chiave x → valore upper(x).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120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i, x in ["a", "b"] : "${i}-${x}"]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63640" y="53675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720840" y="49834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7208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["0-a", "1-b"]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509760" y="49834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la posizione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5806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due nomi: i è la posizione (si conta da 0), x l'elemento. ${ } inserisce il valore nel testo.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delle subnet la calcola Terraform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6949440" cy="2834640"/>
          </a:xfrm>
          <a:prstGeom prst="roundRect">
            <a:avLst>
              <a:gd name="adj" fmla="val 258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subnets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az in local.azs : az =&gt;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public  = cidrsubnet(var.vpc_cidr, 8,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private = cidrsubnet(var.vpc_cidr, 8, 10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      = cidrsubnet(var.vpc_cidr, 8, 20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680960" y="1325880"/>
            <a:ext cx="3959352" cy="2834640"/>
          </a:xfrm>
          <a:prstGeom prst="roundRect">
            <a:avLst>
              <a:gd name="adj" fmla="val 32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41732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local.azs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prime az_count AZ di Milano: ["eu-south-1a", "eu-south-1b"]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cidrsubnet(rete, 8, n)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= restringi di 8: da /16 a /24. n = quale /24: finisce nel terzo numero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2651760"/>
                <a:gridCol w="2651760"/>
                <a:gridCol w="2679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76072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= local.subnets   →   cidr_block = each.value.private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il NAT e le route table (in breve)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206240"/>
          </a:xfrm>
          <a:prstGeom prst="roundRect">
            <a:avLst>
              <a:gd name="adj" fmla="val 173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17320"/>
            <a:ext cx="107286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"aws_eip" "nat" {}       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l'indirizzo pubblico fisso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"aws_nat_gateway" "main"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allocation_id = aws_eip.nat.id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subnet_id     = aws_subnet.public["eu-south-1a"].id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 nella PUBBLICA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"aws_route" "private_nat" {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regola: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route_table_id         = aws_route_table.private.id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destination_cidr_block = "0.0.0.0/0"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 tutto internet…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nat_gateway_id         = aws_nat_gateway.main.id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…passa dal NAT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"aws_route_table_association" "private" {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subnet ↔ route table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subnet_id      = aws_subnet.private["eu-south-1a"].id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route_table_id = aws_route_table.private.id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5778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senza collegamento usa la tabella principale: rischioso. Ogni subnet ha il suo collegamento esplicito.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rileggiamo la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937760"/>
          </a:xfrm>
          <a:prstGeom prst="roundRect">
            <a:avLst>
              <a:gd name="adj" fmla="val 2222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25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rete (VPC) · Milano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468880" cy="594360"/>
          </a:xfrm>
          <a:prstGeom prst="roundRect">
            <a:avLst>
              <a:gd name="adj" fmla="val 1538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1709928"/>
            <a:ext cx="109728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503920" y="1417320"/>
            <a:ext cx="2011680" cy="594360"/>
          </a:xfrm>
          <a:prstGeom prst="roundRect">
            <a:avLst>
              <a:gd name="adj" fmla="val 15385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 (AZ 1a)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· entra ed esce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9728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esce tramite il NAT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09728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728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 (AZ 1b)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67512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67512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usa il NAT dell'altra AZ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7512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67512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3949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7665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371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cidrsubnet("10.20.0.0/16", 8, 21)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 console · atteso: 10.20.21.0/24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514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le risorse per tipo e spiegale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657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apply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controlla le route table (comando nella dispensa)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4892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single_nat_gateway=false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si crea? cosa si modifica?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72200" y="1463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371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az_count=3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subnet esistenti vengono toccate?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172200" y="2606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2514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vpc_cidr=10.30.0.0/16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quante risorse vengono ricreate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3657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Logs (facoltativo)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file nel bucket?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172200" y="489204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destroy, subito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NAT si paga a ore anche se non lo usi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-var cambia una variabile solo per quel comando · passi completi: dispensa 2, sezione 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la tua rete privata; quello di default non si usa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si pianificano prima: niente sovrapposizioni, niente 192.168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sta in un solo data center: ogni tipo in almeno due AZ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decide: pubblica, privata o isolata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= portone. NAT = centralino: solo uscita, si paga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acceso; ogni subnet collegata alla sua route table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dispense/dispensa-2-vpc.md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Security Group e NACL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2026-09-30T13:41:52Z</dcterms:created>
  <dcterms:modified xsi:type="dcterms:W3CDTF">2026-09-30T13:41:52Z</dcterms:modified>
</cp:coreProperties>
</file>