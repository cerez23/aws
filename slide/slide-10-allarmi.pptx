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lezione 9 il server si ricrea da solo se la macchina si ferma. Restano due buchi: se la macchina è accesa ma l'applicazione è bloccata nessuno se ne accorge; e quando qualcosa si rompe, o si ripara da solo, nessuno lo sa. Oggi li chiudiamo: allarmi, notifiche, un watchdog che fa sostituire il server, e un allarme esterno che funziona anche quando è giù tutto.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guasti, e chi se ne accorge oggi. La macchina si spegne: l'ASG la sostituisce, ma voi non lo sapete. La macchina è accesa ma l'app è bloccata: nessuno, per l'ASG va tutto bene. Il database ha la CPU al massimo da un'ora: nessuno, finché non si ferma. È giù tutto, la regione o l'account: nessuno, perché anche gli strumenti che dovrebbero avvisare sono giù.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strati. Uno: allarmi CloudWatch su numeri che durano nel tempo, come la CPU del database o i server attivi. Due: notifiche dell'ASG, a ogni server creato o tolto, in pochi secondi. Tre: un watchdog sul server, che se l'app non risponde fa sostituire il server. Questi tre vivono dentro AWS. Quattro, fuori da AWS: il dead man's switch, che avvisa quando smette di ricevere il segnale sono vivo. I primi due arrivano per email attraverso SNS.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CloudWatch è il servizio AWS di osservazione. Una metrica è un numero misurato di continuo nel tempo, come la CPU del database minuto per minuto; molti servizi le pubblicano da soli. Un allarme è una regola su una metrica. Un log è un insieme di righe di testo, conservate in un log group. Un allarme si legge come una frase: se la CPU del database, in media, su 5 minuti, è sopra 80, per 3 periodi di fila, allora avvisa. Le valutazioni di fila sono la parte più importante: un picco di un minuto è normale, mezz'ora no. Un allarme che suona per ogni picco viene ignorato, e un allarme ignorato è peggio di nessun allarme.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L'allarme non sa mandare email: pubblica un messaggio su un topic SNS, una bacheca a cui ci si iscrive. È una mailing list: l'allarme scrive alla lista, la lista inoltra a tutti gli iscritti. Per aggiungere un collega non toccate gli allarmi, lo iscrivete alla lista. Attenzione: quando Terraform iscrive un indirizzo email, AWS manda una mail di conferma; finché non cliccate il link, non arriva niente. Terraform non può confermarla al posto vostro: è una protezione contro chi iscrive l'email di altri.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 database cinque cose. Due allarmi: CPU sopra l'80% per 15 minuti, e spazio libero sotto 2 GB, perché anche con l'aumento automatico arrivare a zero ferma tutto. Performance Insights, che AWS sta ribattezzando Database Insights: mostra quali query pesano di più. Non tutte le taglie lo supportano, quindi è una variabile spenta di default. Enhanced Monitoring: memoria, processi e disco del sistema sotto PostgreSQL, visto che su RDS non c'è un terminale; ha bisogno di un role per il servizio di monitoraggio di RDS. E l'export dei log di PostgreSQL in CloudWatch: i log group li creiamo noi con scadenza a 30 giorni, perché RDS li creerebbe senza scadenza, e si pagherebbero per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 server due cose diverse. Un allarme se l'ASG ha zero server in funzione per 10 minuti di fila. E le notifiche dell'ASG, a ogni server creato, tolto o non creato per un errore. Perché due? Una sostituzione normale dura 5-7 minuti: l'allarme a 10 minuti non suona, ed è giusto, non c'è niente da fare. Ma così non sapreste nemmeno che è successo: le notifiche ve lo dicono in pochi secondi, ogni volta. L'allarme suona solo se il problema dura, per esempio se l'ASG fallisce di continuo a creare il server. La metrica dei server attivi l'ASG la pubblica solo se glielo chiedete, con enabled_metrics.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sapere se l'applicazione funziona, glielo si chiede. Due domande diverse. Liveness, sul percorso /health: sei vivo? il programma risponde? Readiness, su /health/ready: sei pronto a lavorare? arrivi a tutto quello che ti serve? La nostra app risponde 200 se riesce a fare una query al database, 503 se no. È la differenza tra sei sveglio e sei pronto ad andare al lavoro: vestito, chiavi, auto che parte. Il controllo di readiness deve essere veloce e non dire troppo: 200 o 503, mai l'indirizzo del database o il testo di un errore.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L'ASG controlla solo la macchina, e non c'è un bilanciatore davanti al server che possa controllare l'applicazione. Quindi lo fa il server stesso, con un watchdog, il cane da guardia: uno script che un timer lancia ogni minuto. Se c'è il file di pausa, non fa niente. Poi chiede /health/ready: se risponde 200, azzera i fallimenti e manda il sono vivo. Se no, e il server è acceso da meno di 15 minuti, non conta niente: si sta ancora avviando. Altrimenti conta un fallimento; al quinto di fila dice all'ASG questo server è Unhealthy, e l'ASG lo sostituisce.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dettagli. Quindici minuti di tolleranza: al primo avvio il server installa Docker e scarica l'immagine, e l'app non è pronta; senza tolleranza il watchdog ucciderebbe ogni server appena nato. La tolleranza vale solo per contare i fallimenti: se l'app è già pronta, il sono vivo parte subito. Cinque fallimenti di fila, non uno: un failover del database dura un paio di minuti e si risolve da solo. Il file di pausa: prima di una manutenzione che rende l'app non pronta apposta, lo create e il watchdog si ferma; ricordatevi di toglierlo. E attenzione: il watchdog non cura i problemi del database. Se il database è giù, anche il server nuovo non sarà pronto. È fatto per i problemi del server: un container bloccato, un disco pieno.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Tutti questi allarmi vivono dentro AWS. Se è giù la regione, o l'account è bloccato, nessun allarme parte, e voi credete che vada tutto bene. Il dead man's switch rovescia il ragionamento: un servizio esterno si aspetta un sono vivo ogni minuto, e avvisa quando smette di riceverlo. Non importa perché: il silenzio basta. Il nome viene dai treni: il macchinista tiene premuto un pedale, e se lo lascia il treno si ferma da solo. Da noi il sono vivo lo manda il watchdog, solo quando la readiness risponde 200: vuol dire server acceso, app in funzione, database raggiungibile. Parte anche su un server appena nato, quindi un deploy normale non fa scattare l'allarme. L'indirizzo è un piccolo segreto: sta in Secrets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allarme, pezzo per pezzo. namespace e metric_name: quale metrica, di quale servizio. dimensions: di quale risorsa, il nostro database. statistic: come riassumere un periodo, la media. period: 300 secondi. evaluation_periods: 3 di fila. threshold e comparison_operator: sopra 80. alarm_actions e ok_actions: dove avvisare, entrando in allarme e tornando OK. Gli altri allarmi sono uguali: lo spazio libero usa il minimo e una soglia in byte; quello dei server usa treat_missing_data breaching, cioè nessun dato è un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 database cinque righe: Performance Insights, acceso solo se la variabile è vera, con 7 giorni di storico, altrimenti null, cioè come se la riga non ci fosse; Enhanced Monitoring ogni minuto con il suo role; l'export dei log; e depends_on, che fa creare prima i log group con la scadenza. Il role di Enhanced Monitoring ha una trust policy per il servizio monitoring.rds.amazonaws.com e la policy pronta di AWS. Le notifiche dell'ASG sono una risorsa sola: l'ASG, il topic e i quattro eventi.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script del watchdog, nel file di avvio. Se c'è la pausa, esce. Chiede la readiness con curl -f, che considera un errore anche il 503: se va, azzera il contatore e, se c'è, manda il sono vivo, anche su un server appena nato. Se no, calcola l'età del server dal file avvio: sotto i 900 secondi esce senza contare. Altrimenti incrementa il contatore, che sta in un file perché lo script parte e finisce ogni minuto. Al quinto, legge da IMDS il proprio ID e chiama set-instance-health Unhealthy. Quello che scrive con echo si legge con journalctl.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segreto del dead man's switch si crea sempre, anche se non lo usate: il valore è l'indirizzo, oppure la parola nessuno, perché un segreto non può essere vuoto. È il condizionale della lezione 0. Lo script di avvio lo legge una volta e lo usa solo se inizia con https: case vuol dire se il testo comincia così, scrivilo nel file. Così il codice è lo stesso in tutti e due i casi, senza costrutti nuovi. La variabile è sensitive: Terraform non la mostra nel plan, ma finisce comunque nello state, come ogni segreto gestito da Terraform.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L'esercizio completo è nella dispensa 10. Prima parte. Uno: alert_email nel tfvars. Due: la nuova versione dell'app, con i due controlli, e il suo commit in image_tag. Tre: apply. Quattro: confermate l'iscrizione dalla mail. Cinque: da casa, curl su /health e /health/ready. Sei: forzate lo stato di un allarme con set-alarm-state e guardate arrivare la mail, e poco dopo quella del ritorno a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 parte. Sette: sul server invecchiate il file di avvio, fermate il container e guardate il watchdog contare fino a cinque; poi il server viene sostituito, e arrivano le notifiche. restart always non lo ha fatto ripartire perché l'avete fermato voi. Otto: con il file di pausa, nessun fallimento contato. Nove: in console Enhanced Monitoring, i log di PostgreSQL, e Performance Insights se l'avete acceso. Dieci, facoltativo: il dead man's switch, che vi avvisa quando l'app è ferma senza nessun allarme di AWS. Undici: pulizia, ricordandovi di mettere in pausa il controllo esterno.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ripasso delle parole della lezione, una riga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10, con monitoring.tf e lo script del watchdog spiegati blocco per blocco e l'esercizio passo per passo. La prossima lezione è facoltativa: file condivisi tra server con EFS, e backup centralizzati con AWS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Allarmi e auto-riparazione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Sapere quando qualcosa si rompe, e far sostituire il server quando l'app non funziona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problema: rompersi in silenzio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si rompe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se ne accorge oggi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macchina si spegne, o l'AZ si ferma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l'ASG la sostituisce (lezione 9). Ma TU non lo sai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macchina è accesa, l'app è bloccata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nessuno: per l'ASG va tutto bene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database ha la CPU al massimo da un'ora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nessuno, finché non si ferma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è giù TUTTO: regione, account, rete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nessuno: anche chi dovrebbe avvisare è giù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risposte, a strati: allarmi, notifiche, watchdog, dead man's switch.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strati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Allarmi CloudWatch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numeri che DURANO: CPU del database, server attivi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Notifiche dell'ASG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ogni server creato o tolto, in pochi secondi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35661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7947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19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7947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Watchdog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4805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non risponde? fa sostituire il server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172200" y="35661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0" y="379476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37947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Dead man's switch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0" y="44805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FUORI da AWS: avvisa quando il "sono vivo" smette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 2 arrivano per email con SNS. 1, 2 e 3 vivono dentro AWS; 4 no, ed è il suo punto di forza.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CloudWatch: metriche, allarmi, log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numero misurato nel tempo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29768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regola su una metrica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04672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37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068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753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di testo, in un log group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315468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48640" y="3154680"/>
            <a:ext cx="2514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CPU del 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3209544" y="31546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209544" y="3154680"/>
            <a:ext cx="173736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093208" y="31546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093208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5 minuti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7159752" y="31546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159752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sopra 80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8997696" y="31546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997696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periodi di fila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valutazioni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548640" y="43891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22960" y="4389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valutazioni di fila contano più della soglia: un allarme che suona per ogni picco viene ignorato.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stati: OK, ALARM, INSUFFICIENT_DATA. Si avvisa all'ingresso in ALARM e al ritorno in OK.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SNS: dall'allarme alla tua email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32918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Allarme / ASG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un messaggio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886200" y="2103120"/>
            <a:ext cx="3657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297680" y="14630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1463040"/>
            <a:ext cx="32918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SNS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mailing list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635240" y="2103120"/>
            <a:ext cx="3657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046720" y="14630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1463040"/>
            <a:ext cx="32918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tua email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quella dei colleghi iscritti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3375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747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08760" y="3337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mail di conferma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023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finché non clicchi "Confirm subscription", l'iscrizione resta in attesa e non arriva niente. Terraform non può confermarla al posto tuo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06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08760" y="4983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senza cifratura, nel corso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56692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chiave aws/sns gli allarmi non riescono a pubblicare: serve una chiave tua (appendice)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tenere d'occhio: il database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469087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sopra 80% per 15 minuti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allarme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lente: serve una taglia più grande o un indice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spazio libero sotto 2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allarme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arrivare a zero ferma il 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 query pesano di più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Insights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variabile, spenta di default: non tutte le taglie lo supportano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memoria, processi, disco del sistema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Monitoring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RDS non c'è un terminale; serve un role per il servizio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errori e messaggi di PostgreSQL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dei 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log group creati da NOI, con scadenza a 30 giorni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RDS crea da solo i log group, non scadono mai: si accumulano e si pagano per sempre.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tenere d'occhio: il server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651760"/>
          </a:xfrm>
          <a:prstGeom prst="roundRect">
            <a:avLst>
              <a:gd name="adj" fmla="val 4138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Allarme: nessun server per 10 minuti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 GroupInServiceInstances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suona solo se il problema DURA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enabled_metrics sull'ASG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68112" cy="2651760"/>
          </a:xfrm>
          <a:prstGeom prst="roundRect">
            <a:avLst>
              <a:gd name="adj" fmla="val 4138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dell'ASG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5010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creato · server tolto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nel crearlo o toglierlo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arrivano in pochi secondi, OGNI volta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429768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42976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sostituzione normale dura 5-7 minuti: l'allarme non suona (giusto), le notifiche ti dicono che è successa.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non vuol dire pronto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/health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"sei vivo?"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se il programma risponde, e basta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68112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/health/ready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"sei PRONTO a lavorare?"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se la query al database riesce, 503 se no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40233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"Sei sveglio?" non è "sei pronto ad andare al lavoro: vestito, chiavi, auto che parte?"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66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veloce (timeout di pochi secondi) e muta: 200 o 503, mai l'indirizzo del database o il testo di un errore.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watchdog: far sostituire il server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5F6478"/>
          </a:solidFill>
          <a:ln w="12700">
            <a:solidFill>
              <a:srgbClr val="5F6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258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C'è il file di pausa?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manutenzione: non fare niente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402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/health/ready risponde 200?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sì: fallimenti = 0, e manda il "sono vivo"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5F6478"/>
          </a:solidFill>
          <a:ln w="12700">
            <a:solidFill>
              <a:srgbClr val="5F64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1546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acceso da meno di 15 minuti?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sta avviando: non contare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94360" cy="5943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690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Altrimenti: fallimenti + 1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sono meno di 5, aspetta il prossimo minuto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9834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fallimenti di fila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set-instance-health Unhealthy → l'ASG lo sostituisce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minuto, con un timer di systemd. Il server può segnare Unhealthy SOLO se stesso, nel suo ASG.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15 minuti, 5 fallimenti e la pausa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minuti di tolleranza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appena nato installa e scarica. Vale solo per contare i fallimenti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29768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fallimenti di fila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failover del database dura 1-2 minuti e passa da solo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04672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37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068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di pausa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7532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/etc/app/watchdog-pausa durante una manutenzione. Poi toglilo!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4114800"/>
            <a:ext cx="11094415" cy="1737360"/>
          </a:xfrm>
          <a:prstGeom prst="roundRect">
            <a:avLst>
              <a:gd name="adj" fmla="val 631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434340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una cura per il database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50292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il database è giù, anche il server nuovo non sarà pronto. Il watchdog risolve i problemi del SERVER: un container bloccato, un disco pieno, una configurazione andata storta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dead man's switch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2801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di avvisare quando qualcosa si rompe, avvisa quando smette di sentire "sono vivo".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86000"/>
            <a:ext cx="32918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= 200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886200" y="2926080"/>
            <a:ext cx="128016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88620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minuto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12080" y="228600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2286000"/>
            <a:ext cx="310896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esterno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healthchecks.io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366760" y="2926080"/>
            <a:ext cx="548640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961120" y="2286000"/>
            <a:ext cx="2679192" cy="1280160"/>
          </a:xfrm>
          <a:prstGeom prst="roundRect">
            <a:avLst>
              <a:gd name="adj" fmla="val 7143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61120" y="2286000"/>
            <a:ext cx="2679192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Silenzio?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avvisa lui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08760" y="41148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pedale del macchinista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8006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 lascia, il treno si ferma da solo: non serve che qualcuno si accorga del malore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172200" y="3886200"/>
            <a:ext cx="5468112" cy="2194560"/>
          </a:xfrm>
          <a:prstGeom prst="roundRect">
            <a:avLst>
              <a:gd name="adj" fmla="val 5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2519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132320" y="411480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L'indirizzo è un piccolo segreto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0" y="4800600"/>
            <a:ext cx="5010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lo conosce può mandare finti "sono vivo": va in Secrets Manager. Facoltativo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un allarme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"aws_cloudwatch_metric_alarm" "db_cpu"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alarm_name          = "${var.project}-db-cpu-alta"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           = "AWS/RDS"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metric_name         = "CPUUtilization"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dimensions          = { DBInstanceIdentifier = aws_db_instance.main.identifier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statistic           = "Average"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              = 300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minuti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evaluation_periods  = 3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di fila = 15 minuti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threshold           = 80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comparison_operator = "GreaterThanThreshold"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alarm_actions       = [aws_sns_topic.alerts.arn]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ok_actions          = [aws_sns_topic.alerts.arn]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altri allarmi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db_storage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 Minimum, soglia 2 * 1024 * 1024 * 1024 (2 GB in byte)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app_down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GroupInServiceInstances &lt; 1 per 10 minuti · treat_missing_data = "breaching"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database e le notifiche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rds.tf (dentro aws_db_instance.main)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performance_insights_enabled          = var.db_performance_insights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performance_insights_retention_period = var.db_performance_insights ? 7 : null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monitoring_interval                   = 60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Enhanced Monitoring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monitoring_role_arn                   = aws_iam_role.rds_monitoring.arn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enabled_cloudwatch_logs_exports       = ["postgresql", "upgrade"]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depends_on = [aws_cloudwatch_log_group.db]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i log group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11094415" cy="2880360"/>
          </a:xfrm>
          <a:prstGeom prst="roundRect">
            <a:avLst>
              <a:gd name="adj" fmla="val 254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5021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monitoring.tf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840480"/>
            <a:ext cx="107286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"aws_autoscaling_notification" "app"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group_names   = [aws_autoscaling_group.app.name]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topic_arn     = aws_sns_topic.alerts.arn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notifications =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"autoscaling:EC2_INSTANCE_LAUNCH",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"autoscaling:EC2_INSTANCE_TERMINATE",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"autoscaling:EC2_INSTANCE_LAUNCH_ERROR",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"autoscaling:EC2_INSTANCE_TERMINATE_ERROR",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watchdog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434840"/>
          </a:xfrm>
          <a:prstGeom prst="roundRect">
            <a:avLst>
              <a:gd name="adj" fmla="val 164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user_data.sh.tpl: /usr/local/bin/app-watchdog (in breve)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-f /etc/app/watchdog-pausa ] &amp;&amp; exit 0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manutenzione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curl -fs -m 5 -o /dev/null http://127.0.0.1:8080/health/ready; then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0 &gt; $STATO/fallimenti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-f /etc/app/heartbeat-url ] &amp;&amp; curl -fs -m 5 "$(cat /etc/app/heartbeat-url)"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ETA=$(( $(date +%s) - $(stat -c %Y $STATO/avvio) 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"$ETA" -lt 900 ] &amp;&amp; exit 0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sta avviando: non contare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N=$(( $(cat $STATO/fallimenti 2&gt;/dev/null || echo 0) + 1 ))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$N &gt; $STATO/fallimenti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"$N" -lt 5 ] &amp;&amp; exit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… legge l'ID del server da IMDS, poi: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autoscaling set-instance-health --instance-id "$ID" --health-status Unhealthy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permesso: autoscaling:SetInstanceHealth solo sul suo ASG (corso-aws-app). Log: journalctl -u app-watchdog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dead man's switch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"aws_secretsmanager_secret_version" "heartbeat"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secret_id     = aws_secretsmanager_secret.heartbeat.id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secret_string = var.heartbeat_url != "" ? var.heartbeat_url : "nessuno"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18211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user_data.sh.tpl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2044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URL=$(aws secretsmanager get-secret-value --secret-id ${heartbeat_secret_arn}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--query SecretString --output text)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"$URL" 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https://*) echo "$URL" &gt; /etc/app/heartbeat-url; chmod 600 /etc/app/heartbeat-url ;;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esac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1663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Segreto sempre creato, usato solo se è un indirizzo https: stesso codice, che il dead man's switch ci sia o no.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 (1/2): i primi allarmi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alert_email nel tfvars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heartbeat_url per ora no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 /health e /health/ready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 push; il nuovo commit in image_tag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allarmi, notifiche, role, log group; database modificato, server sostituito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l'iscrizione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mail "AWS Notifications" → Confirm subscription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/health e /health/ready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· 200 ready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set-alarm-state … ALARM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 la mail di allarme, poi quella del ritorno a OK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 (2/2): rompi l'app, non la macchina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Invecchia l'avvio, ferma il container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-d '20 minutes ago' … · docker compose stop app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-u app-watchdog -f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fallimento 1… 5 → Unhealthy → server sostituito, notifiche via mail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file di pausa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fallimento contato; poi togli la pausa e riavvia l'app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database in console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Monitoring · log di PostgreSQL · Performance Insights, se acceso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man's switch (facoltativo)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healthchecks.io: app ferma con la pausa → mail "down", senza AWS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nella lezione 9; metti in pausa il controllo esterno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della 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10 · Allarmi e auto-riparazione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46120"/>
                <a:gridCol w="2468880"/>
                <a:gridCol w="290779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servizio AWS di osservazione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Monitoring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sistema sotto PostgreSQL, ogni minuto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numero misurato nel tempo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"sei vivo?" (/health)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allarme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soglia + periodo + valutazioni di fila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"sei pronto?" (/health/ready)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 si conservano i log, con scadenza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watchdog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controlla l'app e fa sostituire il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 ·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mailing list degli avvisi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man's switch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avvisa quando il "sono vivo" smette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Insights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 query pesano di più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 · null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vero/falso · "come se la riga non ci fosse"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Allarmi CloudWatch: suonano per i problemi che DURANO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manda gli avvisi per email (da confermare)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CPU, spazio, log con scadenza, Enhanced Monitoring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dell'ASG: ogni server creato o tolto, subito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Watchdog: readiness ogni minuto, dopo 5 fallimenti sostituisce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man's switch: l'allarme che funziona quando è giù tutto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dispense/dispensa-10-allarmi.md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Facoltativa: file condivisi e backup (EFS, AWS Backup)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2026-10-08T12:04:00Z</dcterms:created>
  <dcterms:modified xsi:type="dcterms:W3CDTF">2026-10-08T12:04:00Z</dcterms:modified>
</cp:coreProperties>
</file>