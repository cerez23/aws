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Lezione facoltativa. Dalla lezione 8 il server è bestiame: niente di unico deve vivere sul suo disco. Ma molte applicazioni scrivono file: immagini caricate dagli utenti, documenti, allegati. Oggi diamo ai file un posto che sopravvive al server, EFS, e un backup gestito in un posto solo, AWS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posti. EBS è il disco del server: una cartella normale, ma di un solo server, e sparisce con lui. EFS è una cartella di rete: l'app la vede come una cartella normale, la usano più server in tutte le AZ, e resta quando il server cambia. S3 non è una cartella: si usa con le sue API, ed è perfetto per file serviti o scaricati via API. EBS è il cassetto della scrivania, EFS l'armadio condiviso dell'ufficio, S3 il magazzino esterno dove per prendere una cosa compili un modulo. Se scrivete voi l'app, per i file degli utenti spesso conviene S3; EFS serve quando l'app vuole una cartella.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EFS è un file system di rete gestito da AWS. Il server lo monta, cioè lo collega a una sua cartella, e lo usa come una cartella qualunque; sotto, i file viaggiano con il protocollo NFS sulla porta 2049. Il file system è regionale: i dati sono copiati su più AZ. Il server ci arriva attraverso un mount target, una presa nella subnet: ce n'è uno per AZ, così il server lo trova qualunque sia la sua AZ. Se il server rinasce nell'AZ-b, monta lo stesso file system dalla presa dell'AZ-b e trova gli stessi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protezioni sono quelle delle lezioni precedenti. Rete: un Security Group efs che accetta la 2049 solo dal SG app, più una regola in uscita sul SG app. Dati fermi cifrati. Dati in viaggio: il server monta con l'opzione tls, e una file system policy rifiuta ogni connessione non cifrata, come la bucket policy della lezione 7. Chi può montare: la stessa policy lo permette solo al role del server, che monta con l'opzione iam, presentando le credenziali del suo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file hanno un proprietario, un numero di utente e di gruppo, e dei permessi. Se il server scrive come root e un altro programma come un altro utente, i permessi diventano un groviglio. L'access point fissa le regole all'ingresso: la radice, cioè chi entra vede come inizio la cartella /files e non può uscirne; l'utente, ogni file scritto da lì appartiene all'utente 1000, chiunque lo scriva, anche root; e la creazione, se /files non esiste la crea con quel proprietario. È un ingresso riservato dell'armadio: vedi solo il tuo scaffale, e tutto quello che ci metti porta la tua etichetta.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file system policy ha due regole: un Deny a chiunque se la connessione non è cifrata, e un Allow al solo role del server per montare e scrivere. Siccome la policy esiste, chi non è nominato non può montare. Sul server, lo script di avvio installa amazon-efs-utils e scrive una riga in /etc/fstab, il file che elenca cosa montare all'avvio: il file system, nella cartella /mnt/efs, con le opzioni tls, iam e l'access point. Poi il compose passa /mnt/efs al container come /app/files.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Backup fa i backup di molte risorse diverse, EFS, dischi, database, con regole scritte in un posto solo. Il vault è il caveau dove si conservano i backup, cifrati. Il piano dice quando fare il backup e quanto tenerlo: noi ogni notte alle 2, per 35 giorni. La selezione dice quali risorse: il file system; si potrebbe aggiungere anche il database, per tenerlo oltre i 35 giorni di RDS. Il role dà al servizio i permessi per fare i backup e ripristinarli. Da ricordare: un backup mai ripristinato non è un backup, è una speranza.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piano ha una regola: il vault di destinazione, l'orario in formato cron, e la durata. cron zero due asterisco asterisco punto interrogativo asterisco vuol dire al minuto zero delle ore 2, ogni giorno; il punto interrogativo significa non specificato, ed è obbligatorio in uno dei due campi dei giorni. La selezione collega il piano alle risorse, con la lista degli ARN, e al role. Il vault ha force_destroy per il laboratorio, e il role ha le due policy pronte di AWS per il backup e il ripristino.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L'esercizio completo è nella dispensa 10. Uno: apply, e il server viene sostituito. Due: sul server scrivete un file in /mnt/efs, e notate che appartiene a 1000 anche se l'avete scritto con sudo. Tre: terminate il server; quello nuovo trova il file. Quattro: montare senza TLS viene rifiutato dalla policy. Cinque: un backup subito, con start-backup-job. Sei: cancellate il file, e ripristinatelo dal vault con un ripristino del singolo file. Sette: pulizia.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ripasso delle parole della lezione, una riga ciascuna.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Riassumendo. Il materiale di studio è la dispensa 10, con storage.tf e backup.tf spiegati blocco per blocco. Con questa lezione facoltativa il percorso del corso è completo; resta l'appendice, con gli argomenti avanzati di IAM e di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548640"/>
            <a:ext cx="42062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File condivisi e backup (facoltativa)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condivisi e backup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 facoltativa: EFS per i file che devono sopravvivere al server, AWS Backup per salvarli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Corso: Infrastruttura AWS con Terraform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mettere i file: EBS, EFS o S3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File condivisi e backup (facoltativa)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834640"/>
                <a:gridCol w="304495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EBS (il disco del server)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EFS (cartella di rete)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(magazzino di oggetti)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lo vede l'app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cartella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cartella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API: PutObject, GetObject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lo usa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server, nella sua 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 server, tutte le 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ha il permesso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il server cambia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sparisce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cassetto della scrivania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l'armadio condiviso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magazzino esterno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0292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50292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scrivi tu l'app, per i file degli utenti spesso conviene S3. EFS serve quando l'app vuole una CARTELLA.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EFS: una cartella di rete su più AZ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2801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"monta" EFS in una cartella (/mnt/efs) e lo usa come una cartella qualunque. NFS, porta 2049.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377440"/>
            <a:ext cx="274320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· AZ-a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/mnt/efs · SG app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337560" y="2926080"/>
            <a:ext cx="45720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840480" y="23774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target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AZ-a · SG efs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840480" y="37490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3749040"/>
            <a:ext cx="23774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target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AZ-b · SG efs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63640" y="2926080"/>
            <a:ext cx="822960" cy="64008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263640" y="4297680"/>
            <a:ext cx="822960" cy="-54864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132320" y="29260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E5F4EC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regionale, cifrato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464040" y="3611880"/>
            <a:ext cx="365760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875520" y="2926080"/>
            <a:ext cx="1764792" cy="1371600"/>
          </a:xfrm>
          <a:prstGeom prst="roundRect">
            <a:avLst>
              <a:gd name="adj" fmla="val 6667"/>
            </a:avLst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75520" y="2926080"/>
            <a:ext cx="176479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notte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target = la "presa" in una subnet: una per AZ. Il server rinato nell'altra AZ trova gli stessi file.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protezioni di EFS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efs: 2049 solo dal SG app · sul SG app un'uscita verso efs (lezione 3)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fermi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286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= true, con la chiave di AWS (lezione 6)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3657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886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in viaggio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572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montato con tls · la policy rifiuta il non cifrato (come la bucket policy, lezione 7)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172200" y="3657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0" y="3886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0233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32320" y="3886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può montare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0" y="4572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policy: SOLO il role del server · montato con iam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L'access point: un ingresso con regole fisse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160520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"aws_efs_access_point" "app"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file_system_id = aws_efs_file_system.files.id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posix_user {     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chi scrive, sempre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uid = 1000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gid = 1000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root_directory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"/files"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radice che si vede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creation_info {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 manca, creala così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owner_uid   = 1000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owner_gid   = 1000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permissions = "755"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nell'esercizio: scrivi con sudo, e il file appartiene comunque a 1000:1000.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policy e il montaggio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260604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storage.tf: la regola Allow della policy (l'altra è il Deny senza TLS)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sid       = "SoloIlServer"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actions   = ["elasticfilesystem:ClientMount", "elasticfilesystem:ClientWrite"]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 = [aws_efs_file_system.files.arn]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principals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       = "AWS"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identifiers = [aws_iam_role.app.arn]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1422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user_data.sh.tpl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80560"/>
            <a:ext cx="10728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install -y amazon-efs-utils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/mnt/efs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LINEA="${efs_id}:/ /mnt/efs efs _netdev,tls,iam,accesspoint=${efs_ap_id} 0 0"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"$LINEA" &gt;&gt; /etc/fstab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/mnt/efs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_netdev: aspetta la rete · tls: cifra · iam: credenziali del role · accesspoint: radice /files, utente 1000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Backup: i backup in un posto solo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caveau dei backup, cifrati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355848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84448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315968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584448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 quanto: ogni notte alle 2, 35 giorni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63056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91656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737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23176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391656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salvare: il file system (anche il database, volendo)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970264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98864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7373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930384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9198864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permessi per fare i backup e ripristinarli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48640" y="41148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backup mai ripristinato non è un backup: è una speranza. L'esercizio finisce con un ripristino.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Lock: nessuno può cancellare i backup prima della scadenza, nemmeno l'amministratore. Difesa contro chi entra nell'account. Non in laboratorio.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il piano e la selezione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389120"/>
          </a:xfrm>
          <a:prstGeom prst="roundRect">
            <a:avLst>
              <a:gd name="adj" fmla="val 1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"aws_backup_plan" "main"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"${var.project}-ogni-notte"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rule_name         = "ogni-notte"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target_vault_name = aws_backup_vault.main.name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          = "cron(0 2 * * ? *)"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ogni giorno alle 02:00 UTC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lifecycle { delete_after = 35 }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giorni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"aws_backup_selection" "files"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= "file-system"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plan_id      = aws_backup_plan.main.id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iam_role_arn = aws_iam_role.backup.arn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    = [aws_efs_file_system.files.arn]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cron(minuti ore giorno-del-mese mese giorno-della-settimana anno) · * = qualunque · ? = non specificato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Esercizio: i file sopravvivono, e tornano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2801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SG, file system, mount target, access point, policy, vault, piano; server sostituito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084832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in /mnt/efs con sudo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-ln: il file è di 1000:1000 (l'access point)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9504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il server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quello nuovo, forse nell'altra AZ, trova il file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831336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94176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senza tls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rifiutato: il Deny della file system policy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36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 start-backup-job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backup subito; in console: Running → Completed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0352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il file, ripristinalo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restore dal vault, poi copialo al suo posto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parole della lezione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File condivisi e backup (facoltativa)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37560"/>
                <a:gridCol w="2377440"/>
                <a:gridCol w="299923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cartella di rete, regionale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/etc/fstab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montare all'avvio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 · 2049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protocollo e la porta di EFS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Backup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di più servizi, regole in un posto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collegare un file system a una cartella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caveau dei backup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presa di EFS in una subnet (una per AZ)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· selezione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e quanto · cosa salvare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 con radice e utente fissi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formato degli orari ricorrenti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system policy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può montare, e solo in TLS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Item-level restore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ripristinare un singolo 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file non stanno sul disco di un server "bestiame"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EFS: cartella di rete regionale, un mount target per AZ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solo dal server, cifrato, policy: solo TLS e solo il role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point: radice e utente fissi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Backup: vault, piano (ogni notte, 35 giorni), selezione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backup va provato: ripristina un file cancellato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1463040"/>
            <a:ext cx="3685032" cy="2103120"/>
          </a:xfrm>
          <a:prstGeom prst="roundRect">
            <a:avLst>
              <a:gd name="adj" fmla="val 5217"/>
            </a:avLst>
          </a:prstGeom>
          <a:solidFill>
            <a:srgbClr val="2A2F55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 studio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dispense/dispensa-10-efs-backup.md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3840480"/>
            <a:ext cx="3685032" cy="1463040"/>
          </a:xfrm>
          <a:prstGeom prst="roundRect">
            <a:avLst>
              <a:gd name="adj" fmla="val 7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lezione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Appendice: IAM avanzato e audit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cereZ23</dc:creator>
  <cp:lastModifiedBy>cereZ23</cp:lastModifiedBy>
  <cp:revision>1</cp:revision>
  <dcterms:created xsi:type="dcterms:W3CDTF">2026-10-08T11:38:51Z</dcterms:created>
  <dcterms:modified xsi:type="dcterms:W3CDTF">2026-10-08T11:38:51Z</dcterms:modified>
</cp:coreProperties>
</file>