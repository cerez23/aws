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nostra rete è privata: il server della lezione 4 e il database della lezione 6 non si raggiungono da internet. Ma amministratori e sviluppatori, da casa, devono poterci lavorare. Oggi costruiamo un accesso sicuro con Tailscale: un piccolo router dentro la rete, il login di Google, Microsoft o GitHub con la sua MFA, e permessi diversi per gruppo. Alla fine aprirete dal vostro computer la pagina del server della lezione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Riprendiamo la tabella della lezione 3. Un amministratore da casa deve raggiungere il database; uno sviluppatore l'applicazione, ma non il database; nessun altro da internet deve raggiungere niente. Il problema: chi lavora da casa è su internet, e la nostra rete da internet non si raggiunge. Aprire il database a internet sarebbe la cosa peggiore da fare. Serve un modo per far entrare nella rete privata solo le persone giuste, dopo averle riconosciute con certezza.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VPN, rete privata virtuale, è un collegamento cifrato tra il vostro computer e una rete lontana. Una volta collegati, raggiungete le risorse di quella rete con i loro indirizzi privati, come se foste dentro. L'analogia: la nostra rete è un edificio senza porte verso la strada; la VPN è un tunnel sotterraneo che parte da casa vostra e sbuca dentro. All'imbocco c'è un controllo documenti, e dentro il badge apre solo certi piani.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Tailscale si installa come un normale programma, su computer, telefoni e server. I dispositivi collegati con gli account della vostra organizzazione formano una rete privata tutta vostra: il tailnet. Tre idee. Ogni dispositivo ha un indirizzo Tailscale, 100 punto qualcosa, valido solo nel tailnet, che non si sovrappone alla nostra rete. Il traffico va diretto e cifrato tra i dispositivi: il servizio di Tailscale fa solo da centralino, dice a ognuno come raggiungere gli altri, ma non vede il contenuto. E nessuna porta da aprire: ogni dispositivo chiama in uscita; se due non riescono a parlarsi direttamente, passano da un ripetitore di Tailscale, sempre cifrato, sulla 443.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Tailscale collega i dispositivi su cui è installato. Ma il database RDS della lezione 6 non è un computer su cui installare programmi, e non vogliamo installare Tailscale su ogni server. La soluzione è un subnet router: un piccolo server EC2, dentro la nostra rete, con Tailscale, che dice al tailnet: attraverso di me si raggiungono le subnet 10.20. Il vostro computer manda i pacchetti per il server al router, nel tunnel cifrato, e il router li consegna nella rete AWS.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punto importante. Il router cambia il mittente dei pacchetti con il proprio indirizzo prima di consegnarli. Per il server e per il database, quindi, una connessione da casa arriva dal router: un indirizzo della subnet privata, con il Security Group vpn della lezione 3. Per questo le regole che abbiamo già scritto funzionano senza modifiche: il SG app accetta la 8080 dal SG vpn, il SG db accetta la 5432 dal SG vpn, e la NACL del database accetta la 5432 dalle subnet private.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Tailscale non ha password sue: per entrare nel tailnet si fa il login con un account esistente, per esempio Google, Microsoft o GitHub. È quel servizio a verificare chi siete. Da qui la regola più importante: l'MFA la fa il servizio di login. Se l'account Google ha la verifica in due passaggi, per entrare servono password e codice dal telefono; se non ce l'ha, la VPN è protetta da una sola password. Per tutti, la verifica in due passaggi è obbligatoria. In più Tailscale fa scadere periodicamente il login dei dispositivi, e può chiedere l'approvazione di ogni nuovo dispositivo. Quando qualcuno lascia l'azienda, si disattiva il suo account e perde subito l'accesso.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volta dentro, chi può raggiungere cosa lo decide la policy del tailnet. All'inizio Tailscale consente tutto a tutti; appena scriviamo delle regole vale solo quello che è consentito, come in IAM. La policy ha quattro parti: groups, chi appartiene a quale gruppo; tagOwners, chi può dare un'etichetta ai dispositivi, qui il nostro router; acls, le regole chi raggiunge cosa; autoApprovers, quali dispositivi possono annunciare subnet senza approvazione manuale. Le regole: gli admin raggiungono le subnet private sulla 8080 e le subnet database sulla 5432; i dev solo le subnet private sulla 8080.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Come nella lezione 3, due controlli in fila. Prima la policy del tailnet: il mio gruppo può raggiungere questo indirizzo e questa porta? Se no, Tailscale blocca. Poi il Security Group della risorsa: accetta il SG vpn, cioè il router? L'amministratore verso il database passa entrambi. Lo sviluppatore verso il database viene fermato già da Tailscale.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router è un server EC2 come quello della lezione 4, con poche differenze: il tipo più piccolo, t4g.nano; il Security Group vpn invece di app; uno user_data che installa Tailscale invece dell'applicazione; niente in ingresso. Per entrarci per manutenzione, SSM, come per il server, usando lo stesso instance profile. Due cose nuove. L'inoltro dei pacchetti: un server Linux normalmente scarta i pacchetti che non sono per lui; un router deve inoltrarli, e si attiva con l'impostazione ip_forward. E la chiave d'ingresso, che vediamo tra poco.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Nella lezione 3 il Security Group vpn usciva solo verso la nostra rete. Il router deve anche parlare con il centralino e i ripetitori di Tailscale. Aggiungiamo tre uscite verso internet: TCP 443, per il centralino, i ripetitori, l'installazione e SSM; UDP 41641, per il traffico diretto tra dispositivi, il più veloce; UDP 3478, per scoprire come raggiungere gli altri dispositivi da dietro il NAT. Senza le due UDP funziona lo stesso, ma tutto passa dai ripetitori ed è più lento.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 primo avvio il router deve entrare nel tailnet da solo, senza che nessuno faccia il login per lui. Si usa una auth key: una chiave che Terraform crea in Tailscale e passa al router nel user_data. Siccome finisce nello state e nello script, la facciamo con tre protezioni. Monouso: dopo il primo utilizzo non vale più. Breve: scade dopo un'ora, anche se non usata. Effimera: se il router viene distrutto, Tailscale lo toglie da solo dall'elenco dei dispositivi.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codice. In providers.tf aggiungiamo il provider di Tailscale, che gestisce il tailnet dal codice; ha bisogno di una chiave API, che come le credenziali AWS non va mai nel codice: la legge dalla variabile d'ambiente TAILSCALE_API_KEY. Dopo va rilanciato terraform init. In variables.tf due liste di email: gli amministratori e gli sviluppatori. E il file nuovo tailscale.tf, in quattro parti: la policy, la chiave d'ingresso, le uscite del SG vpn, il router.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policy è un documento JSON. Invece di scriverlo a mano lo costruiamo con la funzione jsonencode, che trasforma una mappa HCL in JSON: così dentro possiamo usare variabili ed espressioni. I gruppi arrivano dalle variabili. Le destinazioni hanno la forma indirizzi due punti porta, e le costruiamo con espressioni for sulle liste di CIDR della lezione 3. concat unisce due liste in una. overwrite_existing_content: la policy la gestisce solo Terraform.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chiave d'ingresso: reusable false, monouso; ephemeral true, effimera; preauthorized true, entra senza approvazione; expiry un'ora; tags, l'etichetta del router. Il depends_on dice di crearla dopo la policy, perché il tag deve già esistere: uno dei rari casi in cui serve. Poi le tre uscite del SG vpn: qui ne vediamo una, le altre due sono uguali con UDP 41641 e 3478.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router è lo schema della lezione 4: AMI dal parametro, t4g.nano, subnet privata, Security Group vpn, lo stesso instance profile perché gli serve solo SSM. Lo script fa tre cose: attiva l'inoltro dei pacchetti e lo rende permanente; installa Tailscale con lo script ufficiale; lancia tailscale up, che entra nel tailnet con la chiave, si dà un nome e un'etichetta, e annuncia le subnet. join unisce la lista delle subnet in un testo separato da virgole.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Regola semplice. SSM, lezione 4, per i comandi sul server: aprire un terminale, lanciare comandi. Tailscale per tutto ciò che è un collegamento di rete: aprire l'applicazione nel browser sulla 8080, collegarsi al database con un programma come psql o DBeaver, nella lezione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L'esercizio. Uno: verificate che l'account con cui entrate in Tailscale abbia la verifica in due passaggi; installate Tailscale sul vostro computer e fate il login. Due: create una chiave API nella console di Tailscale e mettetela nel terminale con export, mai nei file. Tre: scrivete la vostra email in tailscale_admins nel tfvars. Quattro: init, perché c'è un provider nuovo, poi plan e apply; il router impiega un paio di minuti. Cinque: nella console di Tailscale, Machines, compare il router con l'etichetta e le subnet già approvate.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Seconda parte, la più bella. Sei: dal vostro computer, a casa, con Tailscale acceso, curl verso l'indirizzo privato del server della lezione 4 sulla 8080: risponde. State raggiungendo un server in una subnet privata, senza indirizzo pubblico, da casa vostra. Sette: spegnete Tailscale e riprovate: non risponde. Otto: spostatevi tra gli sviluppatori: la 8080 funziona ancora; la prova sul database la facciamo nella lezione 6. Nove: entrate nel router con SSM e lanciate tailscale status. Dieci: destroy; il router sparisce anche da Tailscale, perché era effimero.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ripasso delle parole della lezione, una riga ciascuna.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Riassumendo. Il materiale di studio è la dispensa 5, con il codice completo di tailscale.tf spiegato blocco per blocco. La prossima volta creiamo il database, e un amministratore lo raggiungerà da casa attraverso Tailscale.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589520" y="548640"/>
            <a:ext cx="420624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0" b="1" dirty="0">
                <a:solidFill>
                  <a:srgbClr val="5B3F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30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5 · Accesso remoto: Tailscale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7772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Accesso remoto: Tailscale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02336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9CB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Raggiungere la rete privata da casa, con il login che usi già e la sua MFA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035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Corso: Infrastruttura AWS con Terraform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problema di oggi: lavorare da casa su una rete privata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5 · Accesso remoto: Tailscale</a:t>
            </a:r>
            <a:endParaRPr lang="en-US" sz="1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4937760"/>
                <a:gridCol w="2130552"/>
              </a:tblGrid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Chi, da casa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FD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FD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Ammesso?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FD0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amministratore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database, porta 5432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2E9E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SÌ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uno sviluppatore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l'applicazione, porta 8080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2E9E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SÌ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uno sviluppatore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database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chiunque altro, da internet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qualunque cosa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D64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548640" y="4572000"/>
            <a:ext cx="11094415" cy="1280160"/>
          </a:xfrm>
          <a:prstGeom prst="roundRect">
            <a:avLst>
              <a:gd name="adj" fmla="val 7143"/>
            </a:avLst>
          </a:prstGeom>
          <a:solidFill>
            <a:srgbClr val="FBE9E9"/>
          </a:solidFill>
          <a:ln w="12700">
            <a:solidFill>
              <a:srgbClr val="FBE9E9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22960" y="4572000"/>
            <a:ext cx="1054577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 lavora da casa è su internet, e la nostra rete da internet non si raggiunge. Aprire il database a internet? Mai.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Cos'è una VPN: un tunnel sotterraneo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5 · Accesso remoto: Tailscale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280160"/>
            <a:ext cx="11094415" cy="731520"/>
          </a:xfrm>
          <a:prstGeom prst="roundRect">
            <a:avLst>
              <a:gd name="adj" fmla="val 125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128016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VPN = collegamento cifrato: raggiungi la rete privata con i suoi indirizzi, come se fossi DENTRO.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48640" y="2286000"/>
            <a:ext cx="11094415" cy="1737360"/>
          </a:xfrm>
          <a:prstGeom prst="roundRect">
            <a:avLst>
              <a:gd name="adj" fmla="val 6316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77240" y="2514600"/>
            <a:ext cx="548640" cy="54864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651760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508760" y="2514600"/>
            <a:ext cx="99056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tunnel sotterraneo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777240" y="3200400"/>
            <a:ext cx="106372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da casa tua e sbuca dentro l'edificio senza porte. All'imbocco: il controllo documenti (il login). Dentro: il badge apre solo certi piani (le regole per gruppo).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548640" y="4251960"/>
            <a:ext cx="11094415" cy="1691640"/>
          </a:xfrm>
          <a:prstGeom prst="roundRect">
            <a:avLst>
              <a:gd name="adj" fmla="val 6486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777240" y="4480560"/>
            <a:ext cx="548640" cy="54864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4617720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508760" y="4480560"/>
            <a:ext cx="99056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Perché Tailscale e non la VPN di AWS?</a:t>
            </a:r>
            <a:endParaRPr lang="en-US" sz="1800" dirty="0"/>
          </a:p>
        </p:txBody>
      </p:sp>
      <p:sp>
        <p:nvSpPr>
          <p:cNvPr id="16" name="Text 11"/>
          <p:cNvSpPr txBox="1"/>
          <p:nvPr/>
        </p:nvSpPr>
        <p:spPr>
          <a:xfrm>
            <a:off x="777240" y="5166360"/>
            <a:ext cx="10637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Client VPN si paga a ore per ogni subnet collegata, anche se nessuno la usa, e il login con MFA è lungo da configurare. Tailscale: piano gratuito per piccoli gruppi, un server piccolissimo su AWS, e l'MFA del login che usi già.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funziona Tailscale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5 · Accesso remoto: Tailscale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280160"/>
            <a:ext cx="11094415" cy="731520"/>
          </a:xfrm>
          <a:prstGeom prst="roundRect">
            <a:avLst>
              <a:gd name="adj" fmla="val 125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128016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tuoi dispositivi con Tailscale formano una rete privata tutta tua: il TAILNET.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548640" y="2240280"/>
            <a:ext cx="3566160" cy="2926080"/>
          </a:xfrm>
          <a:prstGeom prst="roundRect">
            <a:avLst>
              <a:gd name="adj" fmla="val 3750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77240" y="2468880"/>
            <a:ext cx="548640" cy="54864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606040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508760" y="24688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indirizzo per dispositivo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777240" y="315468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100.x.y.z, valido solo nel tailnet: non si sovrappone alla nostra rete 10.20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4297680" y="2240280"/>
            <a:ext cx="3566160" cy="2926080"/>
          </a:xfrm>
          <a:prstGeom prst="roundRect">
            <a:avLst>
              <a:gd name="adj" fmla="val 3750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4526280" y="2468880"/>
            <a:ext cx="548640" cy="54864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2606040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257800" y="24688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Traffico diretto e cifrato</a:t>
            </a:r>
            <a:endParaRPr lang="en-US" sz="1800" dirty="0"/>
          </a:p>
        </p:txBody>
      </p:sp>
      <p:sp>
        <p:nvSpPr>
          <p:cNvPr id="16" name="Text 11"/>
          <p:cNvSpPr txBox="1"/>
          <p:nvPr/>
        </p:nvSpPr>
        <p:spPr>
          <a:xfrm>
            <a:off x="4526280" y="315468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Tailscale fa solo da "centralino": coordina, non vede il contenuto</a:t>
            </a:r>
            <a:endParaRPr lang="en-US" sz="1600" dirty="0"/>
          </a:p>
        </p:txBody>
      </p:sp>
      <p:sp>
        <p:nvSpPr>
          <p:cNvPr id="17" name="Shape 12"/>
          <p:cNvSpPr/>
          <p:nvPr/>
        </p:nvSpPr>
        <p:spPr>
          <a:xfrm>
            <a:off x="8046720" y="2240280"/>
            <a:ext cx="3566160" cy="2926080"/>
          </a:xfrm>
          <a:prstGeom prst="roundRect">
            <a:avLst>
              <a:gd name="adj" fmla="val 3750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8275320" y="2468880"/>
            <a:ext cx="548640" cy="54864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2606040"/>
            <a:ext cx="274320" cy="27432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9006840" y="24688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Nessuna porta da aprire</a:t>
            </a:r>
            <a:endParaRPr lang="en-US" sz="1800" dirty="0"/>
          </a:p>
        </p:txBody>
      </p:sp>
      <p:sp>
        <p:nvSpPr>
          <p:cNvPr id="21" name="Text 15"/>
          <p:cNvSpPr txBox="1"/>
          <p:nvPr/>
        </p:nvSpPr>
        <p:spPr>
          <a:xfrm>
            <a:off x="8275320" y="315468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tutti chiamano in uscita; se serve, un "ripetitore" sulla 443</a:t>
            </a:r>
            <a:endParaRPr lang="en-US" sz="1600" dirty="0"/>
          </a:p>
        </p:txBody>
      </p:sp>
      <p:sp>
        <p:nvSpPr>
          <p:cNvPr id="22" name="Shape 16"/>
          <p:cNvSpPr/>
          <p:nvPr/>
        </p:nvSpPr>
        <p:spPr>
          <a:xfrm>
            <a:off x="548640" y="5394960"/>
            <a:ext cx="11094415" cy="777240"/>
          </a:xfrm>
          <a:prstGeom prst="roundRect">
            <a:avLst>
              <a:gd name="adj" fmla="val 11765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822960" y="5394960"/>
            <a:ext cx="105457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SSM (lezione 4): si chiama in uscita, quindi il router può stare nella subnet privata.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subnet router: la porta d'ingresso nella rete AWS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5 · Accesso remoto: Tailscale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828800"/>
            <a:ext cx="2560320" cy="1371600"/>
          </a:xfrm>
          <a:prstGeom prst="roundRect">
            <a:avLst>
              <a:gd name="adj" fmla="val 6667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828800"/>
            <a:ext cx="2560320" cy="137160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tuo PC, da casa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Tailscale · 100.x.y.z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154680" y="2514600"/>
            <a:ext cx="1280160" cy="0"/>
          </a:xfrm>
          <a:prstGeom prst="line">
            <a:avLst/>
          </a:prstGeom>
          <a:noFill/>
          <a:ln w="25400">
            <a:solidFill>
              <a:srgbClr val="5B3FD0"/>
            </a:solidFill>
            <a:prstDash val="solid"/>
            <a:tailEnd type="triangle"/>
          </a:ln>
        </p:spPr>
      </p:sp>
      <p:sp>
        <p:nvSpPr>
          <p:cNvPr id="8" name="Text 5"/>
          <p:cNvSpPr txBox="1"/>
          <p:nvPr/>
        </p:nvSpPr>
        <p:spPr>
          <a:xfrm>
            <a:off x="3154680" y="196596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3F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tunnel cifrato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480560" y="1325880"/>
            <a:ext cx="7159752" cy="2926080"/>
          </a:xfrm>
          <a:prstGeom prst="roundRect">
            <a:avLst>
              <a:gd name="adj" fmla="val 3750"/>
            </a:avLst>
          </a:prstGeom>
          <a:solidFill>
            <a:srgbClr val="F7F6FD"/>
          </a:solidFill>
          <a:ln w="19050">
            <a:solidFill>
              <a:srgbClr val="5B3FD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663440" y="13716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5B3F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nostra rete (VPC) · Milano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663440" y="1828800"/>
            <a:ext cx="2377440" cy="1371600"/>
          </a:xfrm>
          <a:prstGeom prst="roundRect">
            <a:avLst>
              <a:gd name="adj" fmla="val 6667"/>
            </a:avLst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663440" y="1828800"/>
            <a:ext cx="2377440" cy="137160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Subnet router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C9CB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· subnet privata · SG vpn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7680960" y="1783080"/>
            <a:ext cx="2377440" cy="731520"/>
          </a:xfrm>
          <a:prstGeom prst="roundRect">
            <a:avLst>
              <a:gd name="adj" fmla="val 12500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680960" y="1783080"/>
            <a:ext cx="2377440" cy="73152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app · 8080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7680960" y="2743200"/>
            <a:ext cx="2377440" cy="731520"/>
          </a:xfrm>
          <a:prstGeom prst="roundRect">
            <a:avLst>
              <a:gd name="adj" fmla="val 12500"/>
            </a:avLst>
          </a:prstGeom>
          <a:solidFill>
            <a:srgbClr val="E5F4EC"/>
          </a:solidFill>
          <a:ln w="12700">
            <a:solidFill>
              <a:srgbClr val="E5F4E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680960" y="2743200"/>
            <a:ext cx="2377440" cy="73152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· 5432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7059168" y="2148840"/>
            <a:ext cx="594360" cy="0"/>
          </a:xfrm>
          <a:prstGeom prst="line">
            <a:avLst/>
          </a:prstGeom>
          <a:noFill/>
          <a:ln w="25400">
            <a:solidFill>
              <a:srgbClr val="5B3FD0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7059168" y="3108960"/>
            <a:ext cx="594360" cy="0"/>
          </a:xfrm>
          <a:prstGeom prst="line">
            <a:avLst/>
          </a:prstGeom>
          <a:noFill/>
          <a:ln w="25400">
            <a:solidFill>
              <a:srgbClr val="2E9E6B"/>
            </a:solidFill>
            <a:prstDash val="solid"/>
            <a:tailEnd type="triangle"/>
          </a:ln>
        </p:spPr>
      </p:sp>
      <p:sp>
        <p:nvSpPr>
          <p:cNvPr id="19" name="Text 16"/>
          <p:cNvSpPr txBox="1"/>
          <p:nvPr/>
        </p:nvSpPr>
        <p:spPr>
          <a:xfrm>
            <a:off x="10149840" y="2743200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admin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4663440" y="361188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router annuncia: "attraverso di me si raggiungono 10.20.10.0/24, 10.20.20.0/24…"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48640" y="4526280"/>
            <a:ext cx="11094415" cy="1463040"/>
          </a:xfrm>
          <a:prstGeom prst="roundRect">
            <a:avLst>
              <a:gd name="adj" fmla="val 7500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77240" y="4754880"/>
            <a:ext cx="548640" cy="54864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4892040"/>
            <a:ext cx="274320" cy="274320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1508760" y="4754880"/>
            <a:ext cx="99056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Perché un router e non Tailscale su ogni risorsa?</a:t>
            </a:r>
            <a:endParaRPr lang="en-US" sz="1800" dirty="0"/>
          </a:p>
        </p:txBody>
      </p:sp>
      <p:sp>
        <p:nvSpPr>
          <p:cNvPr id="25" name="Text 21"/>
          <p:cNvSpPr txBox="1"/>
          <p:nvPr/>
        </p:nvSpPr>
        <p:spPr>
          <a:xfrm>
            <a:off x="777240" y="5440680"/>
            <a:ext cx="106372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database RDS (lezione 6) non è un computer su cui installare programmi. E non vogliamo Tailscale su ogni server: un solo router fa entrare in tutta la rete.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router indossa il SG vpn: le regole della lezione 3 valgono già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5 · Accesso remoto: Tailscale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280160"/>
            <a:ext cx="11094415" cy="731520"/>
          </a:xfrm>
          <a:prstGeom prst="roundRect">
            <a:avLst>
              <a:gd name="adj" fmla="val 125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128016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server e database, chi arriva da casa arriva DAL ROUTER: indirizzo privato, Security Group vpn.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548640" y="2286000"/>
            <a:ext cx="3566160" cy="1463040"/>
          </a:xfrm>
          <a:prstGeom prst="roundRect">
            <a:avLst>
              <a:gd name="adj" fmla="val 6250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2286000"/>
            <a:ext cx="3566160" cy="146304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 app (lezione 3)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accetta la 8080 dal SG vpn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379476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funziona già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4297680" y="2286000"/>
            <a:ext cx="3566160" cy="1463040"/>
          </a:xfrm>
          <a:prstGeom prst="roundRect">
            <a:avLst>
              <a:gd name="adj" fmla="val 6250"/>
            </a:avLst>
          </a:prstGeom>
          <a:solidFill>
            <a:srgbClr val="E5F4EC"/>
          </a:solidFill>
          <a:ln w="12700">
            <a:solidFill>
              <a:srgbClr val="E5F4E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297680" y="2286000"/>
            <a:ext cx="3566160" cy="146304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 db (lezione 3)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accetta la 5432 dal SG vpn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4297680" y="379476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funziona già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8046720" y="2286000"/>
            <a:ext cx="3566160" cy="1463040"/>
          </a:xfrm>
          <a:prstGeom prst="roundRect">
            <a:avLst>
              <a:gd name="adj" fmla="val 6250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046720" y="2286000"/>
            <a:ext cx="3566160" cy="146304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NACL database (lezione 3)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accetta la 5432 dalle subnet private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8046720" y="379476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funziona già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572000"/>
            <a:ext cx="11094415" cy="1005840"/>
          </a:xfrm>
          <a:prstGeom prst="roundRect">
            <a:avLst>
              <a:gd name="adj" fmla="val 9091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2960" y="4572000"/>
            <a:ext cx="105457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Nessuna regola nuova per server e database: è il motivo per cui nella lezione 3 abbiamo creato il SG vpn.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 si collega: il login che usi già, e la sua MFA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5 · Accesso remoto: Tailscale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280160"/>
            <a:ext cx="11094415" cy="914400"/>
          </a:xfrm>
          <a:prstGeom prst="roundRect">
            <a:avLst>
              <a:gd name="adj" fmla="val 100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1280160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L'MFA la fa il servizio di login (Google, Microsoft, GitHub): per tutti la verifica in due passaggi è OBBLIGATORIA.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548640" y="242316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77240" y="2651760"/>
            <a:ext cx="548640" cy="54864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788920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508760" y="2651760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con un account esistente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777240" y="3337560"/>
            <a:ext cx="4983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Google, Microsoft, GitHub… Tailscale non ha password sue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6172200" y="242316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400800" y="2651760"/>
            <a:ext cx="548640" cy="54864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2788920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7132320" y="2651760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MFA del servizio di login</a:t>
            </a:r>
            <a:endParaRPr lang="en-US" sz="1800" dirty="0"/>
          </a:p>
        </p:txBody>
      </p:sp>
      <p:sp>
        <p:nvSpPr>
          <p:cNvPr id="16" name="Text 11"/>
          <p:cNvSpPr txBox="1"/>
          <p:nvPr/>
        </p:nvSpPr>
        <p:spPr>
          <a:xfrm>
            <a:off x="6400800" y="3337560"/>
            <a:ext cx="4983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 + codice dal telefono, se l'account ce l'ha attiva</a:t>
            </a:r>
            <a:endParaRPr lang="en-US" sz="1600" dirty="0"/>
          </a:p>
        </p:txBody>
      </p:sp>
      <p:sp>
        <p:nvSpPr>
          <p:cNvPr id="17" name="Shape 12"/>
          <p:cNvSpPr/>
          <p:nvPr/>
        </p:nvSpPr>
        <p:spPr>
          <a:xfrm>
            <a:off x="548640" y="425196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777240" y="4480560"/>
            <a:ext cx="548640" cy="54864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617720"/>
            <a:ext cx="274320" cy="27432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508760" y="4480560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Scadenza e approvazione</a:t>
            </a:r>
            <a:endParaRPr lang="en-US" sz="1800" dirty="0"/>
          </a:p>
        </p:txBody>
      </p:sp>
      <p:sp>
        <p:nvSpPr>
          <p:cNvPr id="21" name="Text 15"/>
          <p:cNvSpPr txBox="1"/>
          <p:nvPr/>
        </p:nvSpPr>
        <p:spPr>
          <a:xfrm>
            <a:off x="777240" y="5166360"/>
            <a:ext cx="4983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login dei dispositivi scade; i nuovi si possono far approvare</a:t>
            </a:r>
            <a:endParaRPr lang="en-US" sz="1600" dirty="0"/>
          </a:p>
        </p:txBody>
      </p:sp>
      <p:sp>
        <p:nvSpPr>
          <p:cNvPr id="22" name="Shape 16"/>
          <p:cNvSpPr/>
          <p:nvPr/>
        </p:nvSpPr>
        <p:spPr>
          <a:xfrm>
            <a:off x="6172200" y="425196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6400800" y="4480560"/>
            <a:ext cx="548640" cy="54864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60" y="4617720"/>
            <a:ext cx="274320" cy="27432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7132320" y="4480560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 lascia l'azienda</a:t>
            </a:r>
            <a:endParaRPr lang="en-US" sz="1800" dirty="0"/>
          </a:p>
        </p:txBody>
      </p:sp>
      <p:sp>
        <p:nvSpPr>
          <p:cNvPr id="26" name="Text 19"/>
          <p:cNvSpPr txBox="1"/>
          <p:nvPr/>
        </p:nvSpPr>
        <p:spPr>
          <a:xfrm>
            <a:off x="6400800" y="5166360"/>
            <a:ext cx="4983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disattiva il suo account: perde subito l'accesso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regole per gruppo: la policy del tailnet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5 · Accesso remoto: Tailscale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572000"/>
                <a:gridCol w="414223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FD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Cosa dice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FD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Nel corso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FD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2225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groups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 appartiene a quale gruppo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group:admin e group:dev, con le email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2225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tagOwners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 può dare un'etichetta ai dispositivi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tag:router-aws, per il router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2225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acls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regole: chi raggiunge cosa, su quali porte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vedi sotto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2225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autoApprovers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 annuncia subnet senza approvazione a mano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router, con il suo tag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343400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34847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Gruppo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FD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Può raggiungere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FD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2225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group:admin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2E9E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subnet private sulla 8080  E  subnet database sulla 5432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2225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group:dev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5B3FD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subnet private sulla 8080 (niente database)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controlli in fila: Tailscale, poi il Security Group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5 · Accesso remoto: Tailscale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2514600" cy="1463040"/>
          </a:xfrm>
          <a:prstGeom prst="roundRect">
            <a:avLst>
              <a:gd name="adj" fmla="val 6250"/>
            </a:avLst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463040"/>
            <a:ext cx="2514600" cy="146304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 in Tailscale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081528" y="2194560"/>
            <a:ext cx="301752" cy="0"/>
          </a:xfrm>
          <a:prstGeom prst="line">
            <a:avLst/>
          </a:prstGeom>
          <a:noFill/>
          <a:ln w="25400">
            <a:solidFill>
              <a:srgbClr val="5B3FD0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>
            <a:off x="3401568" y="1463040"/>
            <a:ext cx="2514600" cy="1463040"/>
          </a:xfrm>
          <a:prstGeom prst="roundRect">
            <a:avLst>
              <a:gd name="adj" fmla="val 6250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401568" y="1463040"/>
            <a:ext cx="2514600" cy="146304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Policy: il mio gruppo può raggiungere indirizzo e porta?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5934456" y="2194560"/>
            <a:ext cx="301752" cy="0"/>
          </a:xfrm>
          <a:prstGeom prst="line">
            <a:avLst/>
          </a:prstGeom>
          <a:noFill/>
          <a:ln w="25400">
            <a:solidFill>
              <a:srgbClr val="5B3FD0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6254496" y="1463040"/>
            <a:ext cx="2514600" cy="1463040"/>
          </a:xfrm>
          <a:prstGeom prst="roundRect">
            <a:avLst>
              <a:gd name="adj" fmla="val 6250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254496" y="1463040"/>
            <a:ext cx="2514600" cy="146304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Security Group: accetta il SG vpn (il router)?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8787384" y="2194560"/>
            <a:ext cx="301752" cy="0"/>
          </a:xfrm>
          <a:prstGeom prst="line">
            <a:avLst/>
          </a:prstGeom>
          <a:noFill/>
          <a:ln w="25400">
            <a:solidFill>
              <a:srgbClr val="5B3FD0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9107424" y="1463040"/>
            <a:ext cx="2514600" cy="1463040"/>
          </a:xfrm>
          <a:prstGeom prst="roundRect">
            <a:avLst>
              <a:gd name="adj" fmla="val 625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07424" y="1463040"/>
            <a:ext cx="2514600" cy="146304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Connessione riuscita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548640" y="3291840"/>
            <a:ext cx="5440680" cy="2560320"/>
          </a:xfrm>
          <a:prstGeom prst="roundRect">
            <a:avLst>
              <a:gd name="adj" fmla="val 4286"/>
            </a:avLst>
          </a:prstGeom>
          <a:solidFill>
            <a:srgbClr val="E5F4EC"/>
          </a:solidFill>
          <a:ln w="12700">
            <a:solidFill>
              <a:srgbClr val="E5F4E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7240" y="3520440"/>
            <a:ext cx="548640" cy="548640"/>
          </a:xfrm>
          <a:prstGeom prst="ellipse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3657600"/>
            <a:ext cx="274320" cy="27432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1508760" y="3520440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Amministratore → database</a:t>
            </a:r>
            <a:endParaRPr lang="en-US" sz="1800" dirty="0"/>
          </a:p>
        </p:txBody>
      </p:sp>
      <p:sp>
        <p:nvSpPr>
          <p:cNvPr id="20" name="Text 16"/>
          <p:cNvSpPr txBox="1"/>
          <p:nvPr/>
        </p:nvSpPr>
        <p:spPr>
          <a:xfrm>
            <a:off x="777240" y="4206240"/>
            <a:ext cx="4983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Policy: group:admin raggiunge le subnet database sulla 5432 ✓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 db: accetta la 5432 dal SG vpn ✓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passa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6172200" y="3291840"/>
            <a:ext cx="5468112" cy="2560320"/>
          </a:xfrm>
          <a:prstGeom prst="roundRect">
            <a:avLst>
              <a:gd name="adj" fmla="val 4286"/>
            </a:avLst>
          </a:prstGeom>
          <a:solidFill>
            <a:srgbClr val="FBE9E9"/>
          </a:solidFill>
          <a:ln w="12700">
            <a:solidFill>
              <a:srgbClr val="FBE9E9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400800" y="3520440"/>
            <a:ext cx="548640" cy="548640"/>
          </a:xfrm>
          <a:prstGeom prst="ellipse">
            <a:avLst/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3657600"/>
            <a:ext cx="274320" cy="274320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7132320" y="3520440"/>
            <a:ext cx="42793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Sviluppatore → database</a:t>
            </a:r>
            <a:endParaRPr lang="en-US" sz="1800" dirty="0"/>
          </a:p>
        </p:txBody>
      </p:sp>
      <p:sp>
        <p:nvSpPr>
          <p:cNvPr id="25" name="Text 20"/>
          <p:cNvSpPr txBox="1"/>
          <p:nvPr/>
        </p:nvSpPr>
        <p:spPr>
          <a:xfrm>
            <a:off x="6400800" y="4206240"/>
            <a:ext cx="501091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Policy: group:dev NON raggiunge le subnet database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fermato già da Tailscale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(il SG non viene nemmeno consultato)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router: un EC2 come quello della lezione 4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5 · Accesso remoto: Tailscale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4023360"/>
                <a:gridCol w="459943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FD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 applicazione (lezione 4)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FD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Subnet router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FD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t4g.micro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t4g.nano: il più piccolo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Security Group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user_data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avvia l'applicazione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installa Tailscale e lo collega al tailnet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ingresso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8080 dal SG vpn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niente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Manutenzione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SSM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SSM (stesso instance profile)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548640" y="4800600"/>
            <a:ext cx="11094415" cy="1280160"/>
          </a:xfrm>
          <a:prstGeom prst="roundRect">
            <a:avLst>
              <a:gd name="adj" fmla="val 8571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777240" y="5029200"/>
            <a:ext cx="548640" cy="54864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5166360"/>
            <a:ext cx="274320" cy="27432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508760" y="5029200"/>
            <a:ext cx="99056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Novità: l'inoltro dei pacchetti (ip_forward)</a:t>
            </a:r>
            <a:endParaRPr lang="en-US" sz="1800" dirty="0"/>
          </a:p>
        </p:txBody>
      </p:sp>
      <p:sp>
        <p:nvSpPr>
          <p:cNvPr id="10" name="Text 5"/>
          <p:cNvSpPr txBox="1"/>
          <p:nvPr/>
        </p:nvSpPr>
        <p:spPr>
          <a:xfrm>
            <a:off x="777240" y="5715000"/>
            <a:ext cx="106372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server normale scarta i pacchetti che non sono per lui. Un router deve INOLTRARLI: si attiva nel user_data.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uscite verso Tailscale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5 · Accesso remoto: Tailscale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280160"/>
            <a:ext cx="11094415" cy="731520"/>
          </a:xfrm>
          <a:prstGeom prst="roundRect">
            <a:avLst>
              <a:gd name="adj" fmla="val 125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128016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router deve chiamare Tailscale: tre uscite in più per il SG vpn.</a:t>
            </a:r>
            <a:endParaRPr lang="en-US" sz="19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240280"/>
          <a:ext cx="11094415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645920"/>
                <a:gridCol w="7982712"/>
              </a:tblGrid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Uscita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FD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FD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Perché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FD0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TCP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2225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443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centralino, ripetitori, installazione di Tailscale, SSM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UDP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2225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41641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traffico diretto tra dispositivi (il più veloce)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UDP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2225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3478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scoprire come raggiungere gli altri da dietro il NAT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48640" y="4846320"/>
            <a:ext cx="11094415" cy="914400"/>
          </a:xfrm>
          <a:prstGeom prst="roundRect">
            <a:avLst>
              <a:gd name="adj" fmla="val 10000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22960" y="4846320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Senza le due UDP funziona lo stesso, ma tutto passa dai ripetitori ed è più lento. Nessuna regola in ingresso.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chiave d'ingresso del router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5 · Accesso remoto: Tailscale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280160"/>
            <a:ext cx="11094415" cy="731520"/>
          </a:xfrm>
          <a:prstGeom prst="roundRect">
            <a:avLst>
              <a:gd name="adj" fmla="val 125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128016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key = la chiave con cui il router entra nel tailnet DA SOLO, al primo avvio.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548640" y="2240280"/>
            <a:ext cx="3566160" cy="2377440"/>
          </a:xfrm>
          <a:prstGeom prst="roundRect">
            <a:avLst>
              <a:gd name="adj" fmla="val 4615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77240" y="2468880"/>
            <a:ext cx="548640" cy="54864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606040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508760" y="24688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Monouso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777240" y="3154680"/>
            <a:ext cx="3108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= false: dopo il primo utilizzo non vale più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4297680" y="2240280"/>
            <a:ext cx="3566160" cy="2377440"/>
          </a:xfrm>
          <a:prstGeom prst="roundRect">
            <a:avLst>
              <a:gd name="adj" fmla="val 4615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4526280" y="2468880"/>
            <a:ext cx="548640" cy="54864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2606040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257800" y="24688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Breve</a:t>
            </a:r>
            <a:endParaRPr lang="en-US" sz="1800" dirty="0"/>
          </a:p>
        </p:txBody>
      </p:sp>
      <p:sp>
        <p:nvSpPr>
          <p:cNvPr id="16" name="Text 11"/>
          <p:cNvSpPr txBox="1"/>
          <p:nvPr/>
        </p:nvSpPr>
        <p:spPr>
          <a:xfrm>
            <a:off x="4526280" y="3154680"/>
            <a:ext cx="3108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expiry = 3600: scade dopo un'ora, anche se non usata</a:t>
            </a:r>
            <a:endParaRPr lang="en-US" sz="1600" dirty="0"/>
          </a:p>
        </p:txBody>
      </p:sp>
      <p:sp>
        <p:nvSpPr>
          <p:cNvPr id="17" name="Shape 12"/>
          <p:cNvSpPr/>
          <p:nvPr/>
        </p:nvSpPr>
        <p:spPr>
          <a:xfrm>
            <a:off x="8046720" y="2240280"/>
            <a:ext cx="3566160" cy="2377440"/>
          </a:xfrm>
          <a:prstGeom prst="roundRect">
            <a:avLst>
              <a:gd name="adj" fmla="val 4615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8275320" y="2468880"/>
            <a:ext cx="548640" cy="54864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2606040"/>
            <a:ext cx="274320" cy="27432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9006840" y="24688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Effimera</a:t>
            </a:r>
            <a:endParaRPr lang="en-US" sz="1800" dirty="0"/>
          </a:p>
        </p:txBody>
      </p:sp>
      <p:sp>
        <p:nvSpPr>
          <p:cNvPr id="21" name="Text 15"/>
          <p:cNvSpPr txBox="1"/>
          <p:nvPr/>
        </p:nvSpPr>
        <p:spPr>
          <a:xfrm>
            <a:off x="8275320" y="3154680"/>
            <a:ext cx="3108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ephemeral = true: router distrutto → sparisce da solo da Tailscale</a:t>
            </a:r>
            <a:endParaRPr lang="en-US" sz="1600" dirty="0"/>
          </a:p>
        </p:txBody>
      </p:sp>
      <p:sp>
        <p:nvSpPr>
          <p:cNvPr id="22" name="Shape 16"/>
          <p:cNvSpPr/>
          <p:nvPr/>
        </p:nvSpPr>
        <p:spPr>
          <a:xfrm>
            <a:off x="548640" y="4892040"/>
            <a:ext cx="11094415" cy="914400"/>
          </a:xfrm>
          <a:prstGeom prst="roundRect">
            <a:avLst>
              <a:gd name="adj" fmla="val 10000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822960" y="4892040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Finisce nello state e nel user_data: per questo dopo il primo avvio non deve servire più a niente.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Terraform: cosa aggiungiamo, e dove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5 · Accesso remoto: Tailscale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325880"/>
            <a:ext cx="5440680" cy="1920240"/>
          </a:xfrm>
          <a:prstGeom prst="roundRect">
            <a:avLst>
              <a:gd name="adj" fmla="val 3810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399032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B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providers.tf · dentro required_providers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1737360"/>
            <a:ext cx="5074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tailscale = {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source  = "tailscale/tailscale"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version = "~&gt; 0.21"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+ in fondo: provider "tailscale" {}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172200" y="1325880"/>
            <a:ext cx="5468112" cy="1920240"/>
          </a:xfrm>
          <a:prstGeom prst="roundRect">
            <a:avLst>
              <a:gd name="adj" fmla="val 3810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355080" y="1399032"/>
            <a:ext cx="510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B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variables.tf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6355080" y="1737360"/>
            <a:ext cx="51023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variable "tailscale_admins" {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type = list(string)  </a:t>
            </a:r>
            <a:pPr indent="0" marL="0">
              <a:buNone/>
            </a:pPr>
            <a:r>
              <a:rPr lang="en-US" sz="150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email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variable "tailscale_devs" {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type = list(string)  </a:t>
            </a:r>
            <a:pPr indent="0" marL="0">
              <a:buNone/>
            </a:pPr>
            <a:r>
              <a:rPr lang="en-US" sz="150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email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48640" y="3429000"/>
            <a:ext cx="11094415" cy="777240"/>
          </a:xfrm>
          <a:prstGeom prst="roundRect">
            <a:avLst>
              <a:gd name="adj" fmla="val 11765"/>
            </a:avLst>
          </a:prstGeom>
          <a:solidFill>
            <a:srgbClr val="FBE9E9"/>
          </a:solidFill>
          <a:ln w="12700">
            <a:solidFill>
              <a:srgbClr val="FBE9E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2960" y="3429000"/>
            <a:ext cx="105457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chiave API di Tailscale: MAI nel codice. Nel terminale: export TAILSCALE_API_KEY="…"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548640" y="4434840"/>
            <a:ext cx="2651760" cy="1463040"/>
          </a:xfrm>
          <a:prstGeom prst="roundRect">
            <a:avLst>
              <a:gd name="adj" fmla="val 6250"/>
            </a:avLst>
          </a:prstGeom>
          <a:solidFill>
            <a:srgbClr val="F7F6FD"/>
          </a:solidFill>
          <a:ln w="12700">
            <a:solidFill>
              <a:srgbClr val="D9D6E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85800" y="4572000"/>
            <a:ext cx="548640" cy="54864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85800" y="4572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1325880" y="457200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policy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85800" y="521208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F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tailscale_acl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3383280" y="4434840"/>
            <a:ext cx="2651760" cy="1463040"/>
          </a:xfrm>
          <a:prstGeom prst="roundRect">
            <a:avLst>
              <a:gd name="adj" fmla="val 6250"/>
            </a:avLst>
          </a:prstGeom>
          <a:solidFill>
            <a:srgbClr val="F7F6FD"/>
          </a:solidFill>
          <a:ln w="12700">
            <a:solidFill>
              <a:srgbClr val="D9D6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520440" y="4572000"/>
            <a:ext cx="548640" cy="54864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520440" y="4572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4160520" y="457200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chiave d'ingresso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3520440" y="521208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F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tailscale_tailnet_key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217920" y="4434840"/>
            <a:ext cx="2651760" cy="1463040"/>
          </a:xfrm>
          <a:prstGeom prst="roundRect">
            <a:avLst>
              <a:gd name="adj" fmla="val 6250"/>
            </a:avLst>
          </a:prstGeom>
          <a:solidFill>
            <a:srgbClr val="F7F6FD"/>
          </a:solidFill>
          <a:ln w="12700">
            <a:solidFill>
              <a:srgbClr val="D9D6E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355080" y="4572000"/>
            <a:ext cx="548640" cy="54864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355080" y="4572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6995160" y="457200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uscite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6355080" y="521208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F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…_egress_rule (SG vpn)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9052560" y="4434840"/>
            <a:ext cx="2651760" cy="1463040"/>
          </a:xfrm>
          <a:prstGeom prst="roundRect">
            <a:avLst>
              <a:gd name="adj" fmla="val 6250"/>
            </a:avLst>
          </a:prstGeom>
          <a:solidFill>
            <a:srgbClr val="F7F6FD"/>
          </a:solidFill>
          <a:ln w="12700">
            <a:solidFill>
              <a:srgbClr val="D9D6EC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9189720" y="4572000"/>
            <a:ext cx="548640" cy="54864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189720" y="4572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31" name="Text 28"/>
          <p:cNvSpPr txBox="1"/>
          <p:nvPr/>
        </p:nvSpPr>
        <p:spPr>
          <a:xfrm>
            <a:off x="9829800" y="457200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router</a:t>
            </a:r>
            <a:endParaRPr lang="en-US" sz="1600" dirty="0"/>
          </a:p>
        </p:txBody>
      </p:sp>
      <p:sp>
        <p:nvSpPr>
          <p:cNvPr id="32" name="Text 29"/>
          <p:cNvSpPr txBox="1"/>
          <p:nvPr/>
        </p:nvSpPr>
        <p:spPr>
          <a:xfrm>
            <a:off x="9189720" y="521208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F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aws_instance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Terraform: la policy, scritta con jsonencode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5 · Accesso remoto: Tailscale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280160"/>
            <a:ext cx="11094415" cy="4663440"/>
          </a:xfrm>
          <a:prstGeom prst="roundRect">
            <a:avLst>
              <a:gd name="adj" fmla="val 1569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35331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B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tailscale.tf · 1. la policy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1691640"/>
            <a:ext cx="10728655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resource "tailscale_acl" "main" {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overwrite_existing_content = true            </a:t>
            </a:r>
            <a:pPr indent="0" marL="0">
              <a:buNone/>
            </a:pPr>
            <a:r>
              <a:rPr lang="en-US" sz="150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 gestisce solo Terraform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acl = jsonencode({                            </a:t>
            </a:r>
            <a:pPr indent="0" marL="0">
              <a:buNone/>
            </a:pPr>
            <a:r>
              <a:rPr lang="en-US" sz="150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HCL → JSON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groups = {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"group:admin" = var.tailscale_admins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"group:dev"   = var.tailscale_devs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acls = [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{ action = "accept", src = ["group:admin"],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dst = concat([for c in local.private_cidrs : "${c}:8080"],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[for c in local.db_cidrs : "${c}:5432"]) },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{ action = "accept", src = ["group:dev"],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dst = [for c in local.private_cidrs : "${c}:8080"] },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]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50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+ tagOwners e autoApprovers (codice completo nella dispensa)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598932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F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[for c in local.private_cidrs : "${c}:8080"]  →  ["10.20.10.0/24:8080", "10.20.11.0/24:8080"]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Terraform: la chiave e le uscite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5 · Accesso remoto: Tailscale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280160"/>
            <a:ext cx="11094415" cy="2697480"/>
          </a:xfrm>
          <a:prstGeom prst="roundRect">
            <a:avLst>
              <a:gd name="adj" fmla="val 2712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35331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B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tailscale.tf · 2. la chiave d'ingresso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1691640"/>
            <a:ext cx="10728655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resource "tailscale_tailnet_key" "router" {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reusable      = false               </a:t>
            </a:r>
            <a:pPr indent="0" marL="0">
              <a:buNone/>
            </a:pPr>
            <a:r>
              <a:rPr lang="en-US" sz="150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monouso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ephemeral     = true                </a:t>
            </a:r>
            <a:pPr indent="0" marL="0">
              <a:buNone/>
            </a:pPr>
            <a:r>
              <a:rPr lang="en-US" sz="150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effimera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preauthorized = true                </a:t>
            </a:r>
            <a:pPr indent="0" marL="0">
              <a:buNone/>
            </a:pPr>
            <a:r>
              <a:rPr lang="en-US" sz="150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entra senza approvazione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expiry        = 3600                </a:t>
            </a:r>
            <a:pPr indent="0" marL="0">
              <a:buNone/>
            </a:pPr>
            <a:r>
              <a:rPr lang="en-US" sz="150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un'ora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tags          = ["tag:router-aws"]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depends_on    = [tailscale_acl.main]  </a:t>
            </a:r>
            <a:pPr indent="0" marL="0">
              <a:buNone/>
            </a:pPr>
            <a:r>
              <a:rPr lang="en-US" sz="150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prima deve esistere il tag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4160520"/>
            <a:ext cx="11094415" cy="2103120"/>
          </a:xfrm>
          <a:prstGeom prst="roundRect">
            <a:avLst>
              <a:gd name="adj" fmla="val 3478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423367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B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tailscale.tf · 3. le uscite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4572000"/>
            <a:ext cx="1072865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resource "aws_vpc_security_group_egress_rule" "vpn_wireguard" {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security_group_id = aws_security_group.vpn.id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ip_protocol       = "udp"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from_port         = 41641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to_port           = 41641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cidr_ipv4         = "0.0.0.0/0"   </a:t>
            </a:r>
            <a:pPr indent="0" marL="0">
              <a:buNone/>
            </a:pPr>
            <a:r>
              <a:rPr lang="en-US" sz="150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+ vpn_https (tcp 443) e vpn_stun (udp 3478)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Terraform: il router e il suo script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5 · Accesso remoto: Tailscale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280160"/>
            <a:ext cx="11094415" cy="4572000"/>
          </a:xfrm>
          <a:prstGeom prst="roundRect">
            <a:avLst>
              <a:gd name="adj" fmla="val 1600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35331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B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tailscale.tf · 4. il router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1691640"/>
            <a:ext cx="107286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resource "aws_instance" "tailscale_router" {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instance_type          = "t4g.nano"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vpc_security_group_ids = [aws_security_group.vpn.id]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iam_instance_profile   = aws_iam_instance_profile.app.name   </a:t>
            </a:r>
            <a:pPr indent="0" marL="0">
              <a:buNone/>
            </a:pPr>
            <a:r>
              <a:rPr lang="en-US" sz="140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solo SSM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buNone/>
            </a:pPr>
            <a:r>
              <a:rPr lang="en-US" sz="140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… ami, subnet privata, disco cifrato, IMDSv2: come nella lezione 4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user_data = &lt;&lt;-EOF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40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#!/bin/bash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echo 'net.ipv4.ip_forward = 1' &gt; /etc/sysctl.d/99-tailscale.conf   </a:t>
            </a:r>
            <a:pPr indent="0" marL="0">
              <a:buNone/>
            </a:pPr>
            <a:r>
              <a:rPr lang="en-US" sz="140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inoltro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sysctl -p /etc/sysctl.d/99-tailscale.conf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curl -fsSL https://tailscale.com/install.sh | sh                   </a:t>
            </a:r>
            <a:pPr indent="0" marL="0">
              <a:buNone/>
            </a:pPr>
            <a:r>
              <a:rPr lang="en-US" sz="140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installa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tailscale up --authkey=${tailscale_tailnet_key.router.key}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--advertise-tags=tag:router-aws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--advertise-routes=${join(",", concat(local.private_cidrs, local.db_cidrs))}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EOF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59436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F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join(",", lista) → "10.20.10.0/24,10.20.11.0/24,10.20.20.0/24,10.20.21.0/24"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Tailscale o SSM: quando usare cosa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5 · Accesso remoto: Tailscale</a:t>
            </a: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7315200"/>
                <a:gridCol w="3776472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Devo…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FD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Strumento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FD0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aprire un terminale sul server, lanciare comandi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5B3FD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SSM Session Manager (lezione 4)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aprire l'applicazione nel browser (porta 8080)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28C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Tailscale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collegarmi al database con un programma (psql, DBeaver…)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28C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Tailscale (lezione 6)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548640" y="4572000"/>
            <a:ext cx="11094415" cy="1005840"/>
          </a:xfrm>
          <a:prstGeom prst="roundRect">
            <a:avLst>
              <a:gd name="adj" fmla="val 9091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22960" y="4572000"/>
            <a:ext cx="105457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SSM per i comandi sul server. Tailscale per i collegamenti di rete.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Esercizio (1/2): prepara e costruisci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5 · Accesso remoto: Tailscale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640080" cy="64008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508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1371600" y="1325880"/>
            <a:ext cx="101800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con MFA + Tailscale sul tuo computer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verifica in due passaggi deve essere attiva · login · il tuo PC compare con un indirizzo 100.x.y.z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548640" y="2468880"/>
            <a:ext cx="640080" cy="64008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2468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1371600" y="2286000"/>
            <a:ext cx="101800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Chiave API: Settings → Keys → Generate API access token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TAILSCALE_API_KEY="tskey-api-…"  ·  MAI nei file del progetto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548640" y="3429000"/>
            <a:ext cx="640080" cy="64008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8640" y="3429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1371600" y="3246120"/>
            <a:ext cx="101800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terraform.tfvars: tailscale_admins = ["tu@example.com"]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l'email con cui hai fatto il login in Tailscale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4389120"/>
            <a:ext cx="640080" cy="64008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48640" y="4389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06240"/>
            <a:ext cx="101800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 init, plan, apply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init: c'è il provider nuovo · il router impiega un paio di minuti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48640" y="5349240"/>
            <a:ext cx="640080" cy="64008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5349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900" dirty="0"/>
          </a:p>
        </p:txBody>
      </p:sp>
      <p:sp>
        <p:nvSpPr>
          <p:cNvPr id="19" name="Text 16"/>
          <p:cNvSpPr txBox="1"/>
          <p:nvPr/>
        </p:nvSpPr>
        <p:spPr>
          <a:xfrm>
            <a:off x="1371600" y="5166360"/>
            <a:ext cx="101800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Console Tailscale → Machines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corso-aws-router, con tag:router-aws e le Subnets già approvate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Esercizio (2/2): raggiungi il server da casa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5 · Accesso remoto: Tailscale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640080" cy="640080"/>
          </a:xfrm>
          <a:prstGeom prst="ellipse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508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1371600" y="1325880"/>
            <a:ext cx="101800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Dal TUO computer: curl http://&lt;IP del server&gt;:8080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 output -raw app_private_ip · atteso: la pagina della lezione 4, da casa!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548640" y="2468880"/>
            <a:ext cx="640080" cy="64008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2468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1371600" y="2286000"/>
            <a:ext cx="101800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Spegni Tailscale e riprova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atteso: non risponde. Senza tunnel la rete privata non si raggiunge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548640" y="3429000"/>
            <a:ext cx="640080" cy="64008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8640" y="3429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1371600" y="3246120"/>
            <a:ext cx="101800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Spostati in tailscale_devs, poi apply e riprova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8080 funziona ancora · la prova sul database: lezione 6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4389120"/>
            <a:ext cx="640080" cy="64008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48640" y="4389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06240"/>
            <a:ext cx="101800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Nel router, con SSM: tailscale status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l'elenco dei dispositivi del tailnet, compreso il tuo computer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48640" y="5349240"/>
            <a:ext cx="640080" cy="640080"/>
          </a:xfrm>
          <a:prstGeom prst="ellipse">
            <a:avLst/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5349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900" dirty="0"/>
          </a:p>
        </p:txBody>
      </p:sp>
      <p:sp>
        <p:nvSpPr>
          <p:cNvPr id="19" name="Text 16"/>
          <p:cNvSpPr txBox="1"/>
          <p:nvPr/>
        </p:nvSpPr>
        <p:spPr>
          <a:xfrm>
            <a:off x="1371600" y="5166360"/>
            <a:ext cx="101800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 destroy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router sparisce anche da Tailscale (effimero) · revoca la chiave API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parole della lezione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5 · Accesso remoto: Tailscale</a:t>
            </a:r>
            <a:endParaRPr lang="en-US" sz="1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441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566160"/>
                <a:gridCol w="2377440"/>
                <a:gridCol w="3044952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Parola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FD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FD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Parola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FD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FD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tunnel cifrato verso la rete privata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policy del tailnet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 raggiunge cosa, per gruppo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Tailscale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servizio di VPN che usiamo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l'etichetta di un dispositivo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tailnet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tua rete privata Tailscale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 key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chiave d'ingresso del router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subnet router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 d'ingresso nella rete AWS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effimero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sparisce da solo quando si spegne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225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100.x.y.z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indirizzo di un dispositivo Tailscale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ip_forward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server inoltra i pacchetti (router)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codice dal telefono, del login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jsonencode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trasforma HCL in JSON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Riepilogo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69494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4E5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VPN = tunnel cifrato; Tailscale forma un tailnet, senza porte da aprire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4E5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subnet router (EC2, SG vpn) fa entrare nelle nostre subnet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4E5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di Google/Microsoft/GitHub: l'MFA la fa lui, obbligatoria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4E5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Policy: admin anche il database (5432), dev solo l'app (8080)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4E5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Chiave d'ingresso monouso, breve, effimera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4E5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SSM per i comandi, Tailscale per i collegamenti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955280" y="1463040"/>
            <a:ext cx="3685032" cy="2103120"/>
          </a:xfrm>
          <a:prstGeom prst="roundRect">
            <a:avLst>
              <a:gd name="adj" fmla="val 5217"/>
            </a:avLst>
          </a:prstGeom>
          <a:solidFill>
            <a:srgbClr val="2A2F55"/>
          </a:solidFill>
          <a:ln w="12700">
            <a:solidFill>
              <a:srgbClr val="2A2F5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83880" y="1645920"/>
            <a:ext cx="3291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Materiale di studio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dispense/dispensa-5-tailscale.md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955280" y="3840480"/>
            <a:ext cx="3685032" cy="1463040"/>
          </a:xfrm>
          <a:prstGeom prst="roundRect">
            <a:avLst>
              <a:gd name="adj" fmla="val 75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183880" y="402336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9D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Prossima lezione</a:t>
            </a:r>
            <a:endParaRPr lang="en-US" sz="1400" dirty="0"/>
          </a:p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RDS PostgreSQL in alta affidabilità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cereZ23</dc:creator>
  <cp:lastModifiedBy>cereZ23</cp:lastModifiedBy>
  <cp:revision>1</cp:revision>
  <dcterms:created xsi:type="dcterms:W3CDTF">2026-10-08T07:42:54Z</dcterms:created>
  <dcterms:modified xsi:type="dcterms:W3CDTF">2026-10-08T07:42:54Z</dcterms:modified>
</cp:coreProperties>
</file>