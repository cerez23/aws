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Nella lezione 10 abbiamo imparato ad accorgerci dei guasti. Ma un'infrastruttura può anche essere attaccata, e un attacco spesso non fa rumore: niente CPU alle stelle, niente applicazione ferma. Oggi accendiamo GuardDuty, il servizio di AWS che sorveglia l'account e riconosce i comportamenti sospetti, e ci facciamo mandare per email quelli gravi.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Ecco alcune cose che possono succedere e che gli allarmi della lezione 10 non vedono. Le credenziali del role del server rubate e usate da un altro computer: per AWS sono richieste valide. Un programma nascosto che parla con un server di comando degli attaccanti. Il server usato per minare criptovalute a basso regime. Qualcuno che usa l'utente root. Qualcuno che spegne CloudTrail. Gli allarmi guardano come sta l'infrastruttura; per gli attacchi bisogna guardare cosa fa.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GuardDuty è il servizio AWS di rilevamento delle minacce. CloudTrail, che abbiamo visto nella lezione 12, e i Flow Logs sono le telecamere: registrano tutto, ma nessuno guarda. GuardDuty è la guardia giurata che guarda le telecamere giorno e notte, conosce le facce dei ladri noti e scrive un rapporto quando vede qualcosa di strano. Non si installa niente e non serve attivare i registri: legge da solo, con una sua copia, gli eventi di CloudTrail, i flow log e le richieste DNS del VPC. Due cose: è regionale, va acceso in ogni regione; e non blocca niente, rileva e avvisa.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Oltre alle fonti di base ci sono protezioni da accendere una per una. S3 Protection guarda le letture e scritture dei file: la accendiamo, perché il bucket degli artefatti è delicato. Malware Protection for EC2: quando un finding fa sospettare un server, analizza il suo disco alla ricerca di malware; la accendiamo. Runtime Monitoring mette un agente sul server che osserva processi e file: utile in produzione, ma richiede un agente e un endpoint dedicato. RDS Protection guarda i login anomali al database, per alcuni motori e versioni.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sospetto diventa un finding. Il tipo si legge da sinistra a destra: cosa, cioè la categoria; su chi, il tipo di risorsa; il comportamento; e un dettaglio. Per esempio: accesso non autorizzato, a un'identità IAM, con le credenziali di un server portate fuori, usate fuori da AWS. È proprio il furto che l'hop limit di IMDS della lezione 9 rende più difficile.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gravità è un numero da 1 a 10, in quattro livelli. Critica, da 9: quasi certamente un attacco in corso. Alta, da 7: una risorsa probabilmente compromessa; anche questa subito. Media, da 4: comportamento sospetto da capire in giornata. Bassa: tentativi falliti, rumore di fondo. Non tutti i finding sono attacchi: a volte è un falso positivo, qualcosa che avete fatto voi. Si archivia a mano, o con una regola di soppressione, da usare con prudenza: ogni regola è una cosa che la guardia smette di guardare, e i finding soppressi non arrivano nemmeno per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GuardDuty pubblica ogni finding come evento su EventBridge, il centralino degli eventi di AWS: riceve gli eventi dei servizi e, in base a regole, li inoltra. La nostra regola: gli eventi di GuardDuty di tipo finding, con gravità 7 o più, vanno al topic SNS degli allarmi della lezione 10. L'evento è un lungo JSON: un input transformer ne prende tipo, gravità, descrizione e regione e li mette in una frase leggibile. E il topic deve permettere a EventBridge di pubblicare, con una topic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topic SNS deve permettere a EventBridge di pubblicare. Ma attenzione: scrivere una topic policy sostituisce quella che AWS mette di default, che lasciava pubblicare gli allarmi e le notifiche del nostro account. Quindi la policy deve contenere tutto: lo stesso account, come prima; CloudWatch; ed EventBridge, ma solo per la nostra regola, con la condizione sull'ARN della regola. Se avete cifrato il topic con la chiave dell'appendice, anche la key policy deve lasciar usare la chiave a EventBridge.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codice per accendere GuardDuty è breve. Il detector è la guardia di una regione: uno per account e regione. Se ce n'è già uno, acceso a mano, l'apply dà errore: lo si importa o lo si spegne. finding publishing frequency dice ogni quanto mandare gli aggiornamenti dei finding già noti: quindici minuti, il più rapido; i nuovi partono subito. Poi le due protezioni aggiuntive, una risorsa ciascuna.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finding grave alle tre di notte non è il momento di inventare. Il piano, per il nostro server. Uno: leggi il finding: tipo, risorsa, indirizzi, orario. È un falso positivo? Archivialo. Se no, o non lo sai: due, isola il server, togliendogli il SG app e mettendo un SG senza regole; prima lo stacchi dall'ASG, altrimenti lo sostituisce mentre lo guardi. Tre: snapshot del disco, per conservare le prove. Quattro: revoca le sessioni del role, così le credenziali rubate smettono di funzionare. Cinque: sostituisci il server, è bestiame. Sei: capisci com'è entrato e chiudi la 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L'esercizio completo è nella dispensa 13. Uno: apply, e in console GuardDuty è attivo con le due protezioni. Due: create un finding di esempio, marcato SAMPLE, e guardate arrivare la mail. Tre: un finding vero: dal server chiedete il dominio di prova guarddutyc2activityb.com; entro mezz'ora il finding arriva, sul vostro server. Quattro: leggetelo in console. Cinque: il piano di risposta a secco, poi archiviatelo. Sei, facoltativo: una regola di soppressione per i finding di esempio, e la mail non arriva più. Sette: pulizia.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ripasso delle parole della lezione, una riga ciascuna.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Riassumendo. Il materiale di studio è la dispensa 13, con guardduty.tf e la topic policy spiegati blocco per blocco, e il piano di risposta. Resta l'appendice, con gli argomenti avanzati di IAM e di audit: CloudTrail, chiavi KMS, accesso al database con IAM.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548640"/>
            <a:ext cx="42062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13 · GuardDuty: accorgersi degli attacchi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GuardDuty: accorgersi degli attacchi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Credenziali rubate, server di comando, mining, registri spenti: chi se ne accorge?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Corso: Infrastruttura AWS con Terraform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attacchi non fanno rumore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13 · GuardDuty: accorgersi degli attacchi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469087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succede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 allarmi della lezione 10?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credenziali del server rubate e usate da fuori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sono richieste valide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programma nascosto parla con un server di comando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server mina criptovalute, a basso regime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forse, se la CPU sale abbastanza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qualcuno usa l'utente root, o spegne CloudTrail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5257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allarmi guardano COME STA l'infrastruttura. Per gli attacchi bisogna guardare COSA FA.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GuardDuty: la guardia che guarda le telecamere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13 · GuardDuty: accorgersi degli attacchi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329184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chiama quali API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86200" y="1847088"/>
            <a:ext cx="822960" cy="105156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48640" y="246888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468880"/>
            <a:ext cx="329184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Flow Logs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parla con chi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86200" y="2898648"/>
            <a:ext cx="82296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48640" y="352044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520440"/>
            <a:ext cx="329184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del VPC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domini chiedono i server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86200" y="3950208"/>
            <a:ext cx="822960" cy="-105156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846320" y="233172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DF0E3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46320" y="2331720"/>
            <a:ext cx="27432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guardia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635240" y="2926080"/>
            <a:ext cx="548640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229600" y="2331720"/>
            <a:ext cx="3410712" cy="1188720"/>
          </a:xfrm>
          <a:prstGeom prst="roundRect">
            <a:avLst>
              <a:gd name="adj" fmla="val 7692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0" y="2331720"/>
            <a:ext cx="3410712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rapporto: tipo, gravità, risorsa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548640" y="47091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493776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07492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508760" y="49377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Regionale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777240" y="56235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acceso in ogni regione: gli attaccanti amano quelle che non guardi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172200" y="4709160"/>
            <a:ext cx="5468112" cy="1417320"/>
          </a:xfrm>
          <a:prstGeom prst="roundRect">
            <a:avLst>
              <a:gd name="adj" fmla="val 7742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400800" y="493776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074920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132320" y="4937760"/>
            <a:ext cx="4279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blocca: rileva e avvisa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6400800" y="5623560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bloccare è compito di firewall, IAM, e tuo quando arriva l'avviso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protezioni aggiuntive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13 · GuardDuty: accorgersi degli attacchi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206240"/>
                <a:gridCol w="3319272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Protezione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aggiunge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Nel corso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Protection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letture e scritture dei file in S3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sì: il bucket degli artefatti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Malware Protection for EC2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un server è sospetto, analizza il suo disco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Monitoring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agente che osserva processi e file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agente + endpoint, per la produzione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 Protection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anomali al database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provare: alcuni motori e versioni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Terraform ogni protezione è una risorsa aws_guardduty_detector_feature: si accendono e spengono una per una.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finding: come si legge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13 · GuardDuty: accorgersi degli attacchi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5448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UnauthorizedAccess:IAMUser/InstanceCredentialExfiltration.OutsideAWS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560320"/>
            <a:ext cx="246888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UnauthorizedAccess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COSA: la categoria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960" y="2560320"/>
            <a:ext cx="2194560" cy="1188720"/>
          </a:xfrm>
          <a:prstGeom prst="roundRect">
            <a:avLst>
              <a:gd name="adj" fmla="val 7692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0896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IAMUser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CHI: il tipo di risorsa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394960" y="256032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94960" y="2560320"/>
            <a:ext cx="393192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InstanceCredentialExfiltration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COMPORTAMENTO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418320" y="2560320"/>
            <a:ext cx="2221992" cy="1188720"/>
          </a:xfrm>
          <a:prstGeom prst="roundRect">
            <a:avLst>
              <a:gd name="adj" fmla="val 7692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418320" y="2560320"/>
            <a:ext cx="2221992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OutsideAWS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DETTAGLIO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406908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06908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credenziali del role di un server usate FUORI da AWS: il furto che l'hop limit di IMDS (lezione 9) rende più difficile.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303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Altri: Backdoor:EC2/C&amp;CActivity.B!DNS · CryptoCurrency:EC2/BitcoinTool.B!DNS · Policy:IAMUser/RootCredentialUsage · Stealth:IAMUser/CloudTrailLoggingDisabled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gravità, e i falsi positivi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13 · GuardDuty: accorgersi degli attacchi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– 10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subito: attacco in corso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– 8,9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subito: risorsa compromessa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1792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6,9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giornata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05256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3,9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Bassa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9052560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c'è tempo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393192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39319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email ci facciamo mandare solo Alta e Critica: gravità 7 o più.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548640" y="493776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7240" y="516636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30352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508760" y="51663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 positivi: archiviare, o una regola di soppressione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777240" y="5852160"/>
            <a:ext cx="1063721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prudenza: ogni regola è una cosa che la guardia smette di guardare (e quei finding non arrivano più per email)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 guardia alla tua email: EventBridge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13 · GuardDuty: accorgersi degli attacchi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2057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624328" y="2057400"/>
            <a:ext cx="18288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816352" y="146304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816352" y="1463040"/>
            <a:ext cx="2057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regola: gravità ≥ 7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892040" y="2057400"/>
            <a:ext cx="18288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084064" y="146304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84064" y="1463040"/>
            <a:ext cx="2057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transformer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frase leggibile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59752" y="2057400"/>
            <a:ext cx="18288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351776" y="146304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51776" y="1463040"/>
            <a:ext cx="2057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SNS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lezione 10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427464" y="2057400"/>
            <a:ext cx="18288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619488" y="146304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619488" y="1463040"/>
            <a:ext cx="2057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tua email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2926080"/>
            <a:ext cx="11094415" cy="1783080"/>
          </a:xfrm>
          <a:prstGeom prst="roundRect">
            <a:avLst>
              <a:gd name="adj" fmla="val 410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29992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guardduty.tf: la regola di EventBridge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3337560"/>
            <a:ext cx="107286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event_pattern = jsonencode({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      = ["aws.guardduty"]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"detail-type" = ["GuardDuty Finding"]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detail        = { severity = [{ numeric = ["&gt;=", 7] }]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8920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 per email: "GuardDuty, gravità 8 in eu-south-1: Backdoor:EC2/C&amp;CActivity.B!DNS. …"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topic policy: attenzione a cosa sostituisci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13 · GuardDuty: accorgersi degli attacchi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206240"/>
                <a:gridCol w="3410712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può pubblicare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Perché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StessoAccount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chiunque, se viene dal nostro account (AWS:SourceOwner)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rifà la policy di default: allarmi e notifiche dell'ASG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AllarmiCloudWatch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servizio cloudwatch.amazonaws.com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 allarmi della lezione 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EventBridgeGuardDuty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events.amazonaws.com, SOLO per la nostra regola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finding gravi di GuardDuty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6634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46634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topic policy SOSTITUISCE quella di default: se scrivi solo EventBridge, gli allarmi smettono di arrivare.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715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cifrato con la chiave dell'appendice? Anche la key policy deve includere events.amazonaws.com.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codice: accendere la guardia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13 · GuardDuty: accorgersi degli attacchi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4343400"/>
          </a:xfrm>
          <a:prstGeom prst="roundRect">
            <a:avLst>
              <a:gd name="adj" fmla="val 168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guardduty.tf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"aws_guardduty_detector" "main"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                       = true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finding_publishing_frequency = "FIFTEEN_MINUTES"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"aws_guardduty_detector_feature" "s3"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detector_id = aws_guardduty_detector.main.id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= "S3_DATA_EVENTS"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S3 Protection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  = "ENABLED"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"aws_guardduty_detector_feature" "malware"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detector_id = aws_guardduty_detector.main.id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= "EBS_MALWARE_PROTECTION"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Malware Protection for EC2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  = "ENABLED"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detector per account e regione: se esiste già (acceso a mano), terraform import oppure spegnilo prima.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arriva l'allarme: il piano di risposta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13 · GuardDuty: accorgersi degli attacchi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28016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il finding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tipo, risorsa, indirizzi, orario · falso positivo? archivia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594360" cy="59436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221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084832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 il server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staccalo dall'ASG, poi un SG senza regole al posto del SG app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026664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0266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889504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 le prove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del disco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3831336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8313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694176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 le sessioni del role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→ Roles → Revoke active sessions: le credenziali rubate muoiono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4636008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636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Sostituisci, non riparare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bestiame (lezione 9): uno nuovo dallo stampo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48640" y="544068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530352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Capisci e chiudi la porta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sulla copia del disco, e in CloudTrail (lezione 12)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13 · GuardDuty: accorgersi degli attacchi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28016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detector, due protezioni, regola e target di EventBridge, topic policy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221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084832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create-sample-findings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finding [SAMPLE] → la mail arriva in pochi minuti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026664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0266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889504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server: dig guarddutyc2activityb.com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dominio di prova → un finding VERO sul tuo server, in 15-30 minuti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3831336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8313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694176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il finding in console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Resource: il server · Action: il dominio · eventuale scansione malware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4636008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636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piano di risposta, a secco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 nomi veri (server, ASG, role) · poi archivialo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48640" y="544068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530352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di soppressione (facoltativo)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= true: il finding si archivia e la mail non arriva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parole della lezione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13 · GuardDuty: accorgersi degli attacchi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474720"/>
                <a:gridCol w="2651760"/>
                <a:gridCol w="277063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GuardDuty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servizio che rileva le minacce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EventBridge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centralino degli eventi di AWS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guardia di una regione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transformer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trasforma l'evento in una frase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rapporto su un sospetto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policy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può pubblicare sul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gravità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1 a 10: bassa, media, alta, critica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soppressione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archiviare in automatico (con prudenza)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[SAMPLE]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finding finto, per provare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Revoke active sessions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uccide le credenziali già emesse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falso positivo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allarme per qualcosa di innocuo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SG senza regole: il server smette di parlare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allarmi vedono i guasti; GuardDuty vede gli attacchi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da solo CloudTrail, Flow Logs e DNS; regionale; non blocca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un tipo che si legge, una gravità da 1 a 10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EventBridge: i finding gravi (≥ 7) al topic SNS, in una frase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topic policy sostituisce quella di default: includi tutto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piano: leggi, isola, prove, revoca, sostituisci, capisci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955280" y="1463040"/>
            <a:ext cx="3685032" cy="2103120"/>
          </a:xfrm>
          <a:prstGeom prst="roundRect">
            <a:avLst>
              <a:gd name="adj" fmla="val 5217"/>
            </a:avLst>
          </a:prstGeom>
          <a:solidFill>
            <a:srgbClr val="2A2F55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83880" y="16459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 di studio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dispense/dispensa-13-guardduty.md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55280" y="3840480"/>
            <a:ext cx="3685032" cy="1463040"/>
          </a:xfrm>
          <a:prstGeom prst="roundRect">
            <a:avLst>
              <a:gd name="adj" fmla="val 75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83880" y="4023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Prossima lezione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 A: IAM avanzato e audit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cereZ23</dc:creator>
  <cp:lastModifiedBy>cereZ23</cp:lastModifiedBy>
  <cp:revision>1</cp:revision>
  <dcterms:created xsi:type="dcterms:W3CDTF">2026-10-09T10:15:53Z</dcterms:created>
  <dcterms:modified xsi:type="dcterms:W3CDTF">2026-10-09T10:15:53Z</dcterms:modified>
</cp:coreProperties>
</file>