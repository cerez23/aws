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Nella lezione 8 GitHub ha messo in ECR l'immagine della nostra applicazione. Oggi la mettiamo in produzione, su un server che non ha niente di insostituibile: se si rompe ne nasce un altro identico, da solo. Una nuova versione arriva così: cambiate image_tag nel tfvars, terraform apply, e il server viene sostituito da uno che parte già con la versione giusta.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passi. Uno: scrivete nel tfvars il tag dell'immagine, cioè il codice del commit. Due: terraform apply crea una nuova versione dello stampo del server. Tre: l'Auto Scaling group toglie il server vecchio e ne crea uno nuovo. Quattro: il server nuovo, con il suo script di avvio, scarica l'immagine, legge la password, scrive il suo nome e parte. Nessuno lo configura 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Nella lezione 4 il server era una aws_instance: se si rompe, qualcuno se ne deve accorgere e ricrearlo. Nel mondo dei server si dice: animali domestici contro bestiame. L'animale domestico ha un nome, lo curate quando sta male, se muore è un dramma. Il bestiame è numerato: se un capo si ammala lo sostituite con un altro identico. Perché un server sia sostituibile, sopra non deve esserci niente di unico: i dati in RDS, il programma in ECR, i file in S3, la password in Secrets Manager, la configurazione nello script di avvio.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risorse prendono il posto di aws_instance. Il launch template è lo stampo: AMI, tipo, Security Group, instance profile, disco, script di avvio. Descrive come fare un server, senza crearlo; ogni modifica è una nuova versione. L'Auto Scaling group è il pastore: con minimo, massimo e desiderato tutti a uno, deve esserci sempre esattamente un server. Se il server si ferma, ne crea un altro dallo stampo, in qualunque subnet privata: se un'AZ si ferma, il nuovo nasce nell'altra. Attenzione: con il controllo EC2 sa solo se la macchina è accesa, non se l'applicazione funziona: lo miglioriamo nella lezione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server nuovo ha un indirizzo nuovo: l'indirizzo 10.20.10 qualcosa della lezione 5 dopo una sostituzione non vale più. Ci serve un nome che segua il server, come l'endpoint del database. Route 53 è il DNS di AWS. Una zona privata è un elenco di nomi che esiste solo dentro il nostro VPC. Creiamo corso.internal, con un nome: app.corso.internal. Lo aggiorna il server stesso, all'avvio: legge il proprio indirizzo e scrive io sono app.corso.internal. Con il permesso di cambiare solo quel nome, in solo quella zona.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zona è privata, e il vostro computer a casa non è nel VPC. Come sa cosa vuol dire app.corso.internal? Con lo split DNS di Tailscale: diciamo al tailnet, per i nomi che finiscono in corso.internal chiedi al DNS del VPC. Il DNS del VPC sta sempre al secondo indirizzo della rete, 10.20.0.2. Il router lo annuncia come le subnet, e la policy permette ai due gruppi di interrogarlo sulla porta 53. Così dal browser di casa aprite http://app.corso.internal:8080.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server nuovo esegue lo stesso script di avvio, che lo porta da macchina vuota ad applicazione in funzione. È lungo, quindi sta in un file a parte, user_data.sh.tpl, che Terraform riempie con i valori giusti. Cinque passi: installa Docker e docker compose; scarica il docker-compose dal bucket e il certificato della CA di RDS; scrive il proprio nome in Route 53; crea lo script app-aggiorna, che legge la password e avvia l'app; lo lancia subito e poi ogni 5 minuti. L'app parte, crea le tabelle se mancano, e risponde sulla 8080.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avvia uno o più container descritti in un file. Il nostro ha un solo container, l'applicazione. image prende l'immagine dal file .env scritto dallo script. restart always lo riavvia se si ferma, e dopo ogni riavvio del server. ports pubblica la 8080, quella che il SG app apre al router. env_file passa le variabili scritte da app-aggiorna, tra cui la password. volumes rende visibile dentro il container, in sola lettura, il certificato per verify-full. Il file sta nel bucket, lo carica Terraform: se lo cambiate, cambia lo stampo e il server viene sostituito.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container non può leggere Secrets Manager da solo, lo vediamo tra poco. E la password cambia ogni 7 giorni. Quindi uno script sul server fa da intermediario. Legge la password dal segreto, con il role del server. Scrive il file app.env con indirizzo del database, utente e password, leggibile solo da root. Se il file è cambiato rispetto a prima, ricrea il container, che riparte con la password nuova. Gira all'avvio e poi ogni 5 minuti, grazie a un timer di systemd, la sveglia di Linux. Risultato: entro 5 minuti dalla rotazione l'app riparte con la password nuova, con qualche secondo di fermo una volta a settimana.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passare a una nuova versione: cambiate image_tag nel tfvars e lanciate apply. Il tag finisce nello script, quindi lo stampo cambia: nuova versione del launch template. L'ASG ha il blocco instance refresh: quando lo stampo cambia, sostituisce il server. Il server nuovo esegue lo script, scarica la nuova immagine, scrive il suo nome, parte. Con le nostre impostazioni prima toglie il vecchio e poi crea il nuovo: qualche minuto di fermo. Lo stesso meccanismo scatta per qualunque modifica dello stampo, anche una nuova AMI: con un server sostituibile, un aggiornamento di sicurezza è un vantaggio. Il rollback è la stessa cosa al contrario: il tag di prima, e l'immagine è ancora lì, identica.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server legge le credenziali del role dal servizio dei metadati, IMDS. Ma ora sul server girano container. Se l'applicazione avesse una falla che le fa fare richieste a indirizzi scelti da un attaccante, un attacco comunissimo che si chiama SSRF, l'attaccante potrebbe farle leggere le credenziali del server. L'hop limit è il numero di salti di rete che la risposta di IMDS può fare. Il server è a un salto; un container è a due, perché c'è in mezzo la rete di Docker. Con limite 1, lo script sul server legge le credenziali, il container no. Amazon Linux parte con 2, per i container: noi lo riportiamo a 1, perché la nostra app non ha bisogno di credenziali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nuova versione spesso ha bisogno di modificare il database: una tabella, una colonna. Si chiamano migrazioni. Nel nostro esempio, all'avvio l'app esegue create table if not exists. Le applicazioni vere usano strumenti dedicati, come Alembic per Python o Flyway per Java, ma il principio è lo stesso: le migrazioni partono all'avvio, prima che l'app risponda. E una regola, per via del rollback: una migrazione deve funzionare anche con la versione precedente. Se la versione 2 cancella una colonna che la versione 1 usa, tornare alla 1 è impossibile. Il modo sicuro è in due rilasci: prima si aggiunge il nuovo, poi, quando non si torna più indietro, si toglie il vecchio. Expand and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stampo. Gli stessi valori del server della lezione 4: AMI, tipo, Security Group, instance profile. In più l'hop limit 1. Lo script di avvio lo legge templatefile, che sostituisce le parti dollaro graffa con i valori della mappa: l'immagine completa con il tag, l'indirizzo del database, l'ARN del segreto, e gli altri. base64encode lo trasforma nel formato che il launch template pretende. Nella dispensa c'è anche il disco da 20 GB, per le immagini Docker, e le etichette.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L'Auto Scaling group. Minimo, massimo e desiderato a uno. Le subnet: tutte le private, con un'espressione for. Il controllo EC2, con cinque minuti di tolleranza all'avvio. Lo stampo, nella sua ultima versione: così ogni modifica dello stampo arriva all'ASG. E l'instance refresh, strategia Rolling: con minimo zero e massimo cento per cento, prima toglie il vecchio e poi crea il nuovo.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zona privata: il blocco vpc la collega al nostro VPC. force_destroy serve al destroy, perché il nome app lo scrive il server e Terraform non lo conosce. Poi il permesso del server: ChangeResourceRecordSets solo su questa zona, e con la condizione sui nomi normalizzati, solo app.corso.internal. ForAllValues StringEquals: tutti i nomi della modifica devono essere in questo elenco. Così anche un server compromesso non potrebbe dirottare altri nomi.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Ecco tutto insieme. Voi fate git push; GitHub, con OIDC, carica l'immagine in ECR. Nel VPC, l'Auto Scaling group tiene in vita il server, in una delle subnet private. Il server scarica l'immagine, i cui pezzi passano dal Gateway Endpoint, e il compose da S3; legge la password da Secrets Manager ogni 5 minuti; parla con il database Multi-AZ in TLS verificato; scrive il suo nome nella zona privata. Da casa, con Tailscale, aprite app.corso.internal: il router chiede al DNS del VPC e vi porta al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L'esercizio completo è nella dispensa 9. Uno: i file in infra, togliendo aws_instance.app, e image_tag uguale al commit della lezione 8. Due: apply con replace della chiave del router. Tre: il server nasce; nei log vedete Docker, il nome in Route 53 e il container avviato. Quattro: da casa, curl su app.corso.internal. Cinque: terminate il server a mano; l'ASG ne crea un altro, il nome lo segue e le visite restano.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Seconda parte. Sei: una nuova versione con un push, il suo tag in image_tag, apply; poi il rollback al tag di prima. I passi da sette a nove sono facoltativi: la rotazione della password, IMDS dal container, e la ricostruzione con il database protetto. Attenzione: in quest'ultima il destroy si ferma con un errore rosso, ed è voluto. Dieci: pulizia.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ripasso delle parole della lezione, una riga ciascuna.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Riassumendo. Il materiale di studio è la dispensa 9, con deploy.tf e lo script di avvio spiegati passo per passo. La prossima volta impariamo a sapere quando qualcosa si rompe, e a far sostituire il server anche quando la macchina è accesa ma l'applicazione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548640"/>
            <a:ext cx="42062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Il server che si ricrea da solo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server che si ricrea da solo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produzione l'immagine di GitHub, su un server che, se si rompe, rinasce identico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Corso: Infrastruttura AWS con Terraform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percorso di oggi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Il server che si ricrea da solo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417320" y="1554480"/>
            <a:ext cx="914400" cy="91440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7830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image_tag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il codice del commit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423160" y="2011680"/>
            <a:ext cx="1783080" cy="0"/>
          </a:xfrm>
          <a:prstGeom prst="line">
            <a:avLst/>
          </a:prstGeom>
          <a:noFill/>
          <a:ln w="25400">
            <a:solidFill>
              <a:srgbClr val="D9D6EC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4251960" y="1554480"/>
            <a:ext cx="914400" cy="91440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830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38328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338328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nuova versione dello stampo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257800" y="2011680"/>
            <a:ext cx="1783080" cy="0"/>
          </a:xfrm>
          <a:prstGeom prst="line">
            <a:avLst/>
          </a:prstGeom>
          <a:noFill/>
          <a:ln w="25400">
            <a:solidFill>
              <a:srgbClr val="D9D6EC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7086600" y="1554480"/>
            <a:ext cx="914400" cy="9144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830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21792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621792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toglie il vecchio, crea il nuovo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8092440" y="2011680"/>
            <a:ext cx="1783080" cy="0"/>
          </a:xfrm>
          <a:prstGeom prst="line">
            <a:avLst/>
          </a:prstGeom>
          <a:noFill/>
          <a:ln w="25400">
            <a:solidFill>
              <a:srgbClr val="D9D6EC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9921240" y="1554480"/>
            <a:ext cx="914400" cy="9144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178308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05256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nuovo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905256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scarica, legge, parte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548640" y="420624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822960" y="420624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quello che serve al server è scritto nello stampo e nello script; tutto quello che deve ricordare sta fuori da lui.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server diventa "bestiame"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Il server che si ricrea da solo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00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Animale domestico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860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un nome, lo curi quando sta male, se muore è un dramma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72200" y="1371600"/>
            <a:ext cx="5468112" cy="1828800"/>
          </a:xfrm>
          <a:prstGeom prst="roundRect">
            <a:avLst>
              <a:gd name="adj" fmla="val 6000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373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32320" y="1600200"/>
            <a:ext cx="4279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Bestiame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2286000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numerato: se si ammala lo sostituisci con uno identico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206240"/>
                <a:gridCol w="322783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Dove sta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il server sparisce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dati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 (lezione 6)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programma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ECR (lezione 7)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riscarica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file di deploy · la password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· Secrets Manager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riscaricano · si rilegge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configurazione del server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script di avvio (nel codice)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riesegue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stampo e il pastore: launch template e Auto Scaling group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Il server che si ricrea da solo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329184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template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STAMPO: versione 1, 2, 3…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3886200" y="2194560"/>
            <a:ext cx="73152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663440" y="146304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63440" y="1463040"/>
            <a:ext cx="329184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PASTORE: min = max = 1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001000" y="1828800"/>
            <a:ext cx="822960" cy="-18288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001000" y="2560320"/>
            <a:ext cx="822960" cy="18288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8869680" y="1280160"/>
            <a:ext cx="2770632" cy="731520"/>
          </a:xfrm>
          <a:prstGeom prst="roundRect">
            <a:avLst>
              <a:gd name="adj" fmla="val 12500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869680" y="1280160"/>
            <a:ext cx="2770632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· AZ-a  ✗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869680" y="2377440"/>
            <a:ext cx="2770632" cy="731520"/>
          </a:xfrm>
          <a:prstGeom prst="roundRect">
            <a:avLst>
              <a:gd name="adj" fmla="val 12500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869680" y="2377440"/>
            <a:ext cx="2770632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nuovo · AZ-b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94415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50566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Argomento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min_size = max_size = desired_capacity = 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sempre esattamente un server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vpc_zone_identifier = tutte le subnet private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un'AZ si ferma, nasce nell'altra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health_check_type = "EC2"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controlla solo che la macchina sia ACCESA (meglio: lezione 10)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nome che non cambia: app.corso.internal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Il server che si ricrea da solo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28016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server, all'avvio, scrive in Route 53: "app.corso.internal sono io".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46888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060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468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privata corso.internal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1546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53: esiste solo dentro il nostro VPC (.internal è riservato alle reti private)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97680" y="224028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26280" y="246888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6060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7800" y="2468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all'avvio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526280" y="31546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server legge il suo indirizzo da IMDS e aggiorna il nome (TTL 30 secondi)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8046720" y="224028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275320" y="246888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60604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06840" y="2468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nome, una sola zona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8275320" y="31546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condizione IAM: può cambiare SOLO app.corso.internal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548640" y="489204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31520" y="50292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app.corso.internal  →  10.20.11.37   (l'indirizzo del server di adesso)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casa: lo split DNS di Tailscale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Il server che si ricrea da solo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256032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tuo PC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app.corso.internal?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136392" y="2103120"/>
            <a:ext cx="22860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383280" y="14630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1463040"/>
            <a:ext cx="256032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Tailscale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DNS: lo giro al VPC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971032" y="2103120"/>
            <a:ext cx="22860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217920" y="14630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463040"/>
            <a:ext cx="256032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del VPC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10.20.0.2: "10.20.11.37"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805672" y="2103120"/>
            <a:ext cx="22860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9052560" y="146304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52560" y="1463040"/>
            <a:ext cx="256032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app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risponde sulla 8080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94415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50566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 a tailscale.tf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Perché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locals { vpc_dns = cidrhost(var.vpc_cidr, 2) }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2° indirizzo della rete: 10.20.0.2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regola: group:admin, group:dev → 10.20.0.2:53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tutti possono fare domande al DNS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il router annuncia anche 10.20.0.2/32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raggiungerlo passando dal router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tailscale_dns_split_nameservers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corso.internal → 10.20.0.2 (serve MagicDNS attivo)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L'avvio del server: lo script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Il server che si ricrea da solo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3258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 Docker e docker compose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dai pacchetti di Amazon Linux; compose dalla pagina dei rilasci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2402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Scarica i file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dal bucket (lezione 7) · certificato della CA di RDS (lezione 6)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31546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 il suo nome in Route 53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app.corso.internal = il mio indirizzo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420624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40690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app-aggiorna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la password, scrive app.env, avvia l'app se qualcosa è cambiato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512064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120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9834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lancia ora, e poi ogni 5 minuti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timer di systemd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user_data.sh.tpl: le parti ${…} le riempie Terraform con templatefile. Il racconto: /var/log/cloud-init-output.log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compose: cosa avviare, e come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Il server che si ricrea da solo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infra/deploy/docker-compose.yml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${IMAGE}        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dal file /etc/app/.env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restart: always        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 riavvia se si ferma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"8080:8080"        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 porta che il SG app apre al router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env_file: /etc/app/app.env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scritto da app-aggiorna (password)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APP_VERSION: ${IMAGE}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/etc/app/rds-ca.pem:/certs/rds-ca.pem:ro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 verify-full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4846320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507492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2120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507492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carica Terraform nel bucket (aws_s3_object)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5760720"/>
            <a:ext cx="106372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lo modifichi cambia lo stampo, e al prossimo apply il server viene sostituito con quello nuovo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password che cambia: app-aggiorna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Il server che si ricrea da solo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Legge la password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86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Secrets Manager, con il role del server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133088" y="2423160"/>
            <a:ext cx="155448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4297680" y="13716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373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5780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Scrive app.env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26280" y="2286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indirizzo, utente, password · solo root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882128" y="2423160"/>
            <a:ext cx="155448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8046720" y="13716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73736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0684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 è cambiato…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8275320" y="2286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ricrea il container con la password nuova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548640" y="374904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7240" y="397764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1480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08760" y="397764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5 minuti: un timer di systemd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777240" y="46634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"sveglia" di Linux che rilancia app-aggiorna. Se un avvio fallisce, riprova al giro dopo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6172200" y="3749040"/>
            <a:ext cx="5468112" cy="2286000"/>
          </a:xfrm>
          <a:prstGeom prst="roundRect">
            <a:avLst>
              <a:gd name="adj" fmla="val 4800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400800" y="397764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11480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132320" y="3977640"/>
            <a:ext cx="4279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rotazione (lezione 6)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6400800" y="4663440"/>
            <a:ext cx="5010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 5 minuti l'app riparte con la password nuova: pochi secondi di fermo, una volta a settimana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nuova versione: instance refresh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Il server che si ricrea da solo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325880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image_tag = "&lt;commit nuovo&gt;"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tfvars, poi terraform apply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240280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Nuova versione dello stampo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tag finisce nello script di avvio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3154680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refresh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toglie il vecchio, poi crea il nuovo: qualche minuto di fermo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420624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4069080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server nuovo parte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scarica la nuova immagine, scrive il suo nome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863840" y="1371600"/>
            <a:ext cx="3776472" cy="2103120"/>
          </a:xfrm>
          <a:prstGeom prst="roundRect">
            <a:avLst>
              <a:gd name="adj" fmla="val 5217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92440" y="160020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73736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823960" y="1600200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2286000"/>
            <a:ext cx="3319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image_tag = il commit di prima. L'immagine è ancora in ECR, identica (tag immutabili)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7863840" y="3657600"/>
            <a:ext cx="3776472" cy="2103120"/>
          </a:xfrm>
          <a:prstGeom prst="roundRect">
            <a:avLst>
              <a:gd name="adj" fmla="val 5217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092440" y="388620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02336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823960" y="3886200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 una nuova AMI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8092440" y="4572000"/>
            <a:ext cx="3319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sostituisce il server con uno aggiornato: niente ignore_changes, è un vantaggio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51206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fermo serve sapere quando il nuovo è DAVVERO pronto: lezione 10.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saperne di più: IMDS con hop limit 1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Il server che si ricrea da solo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28016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limit = quanti "salti" di rete può fare la risposta di IMDS. Con 1, si ferma al server.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2926080" cy="1188720"/>
          </a:xfrm>
          <a:prstGeom prst="roundRect">
            <a:avLst>
              <a:gd name="adj" fmla="val 7692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331720"/>
            <a:ext cx="292608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IMDS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credenziali del role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3520440" y="2926080"/>
            <a:ext cx="1097280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3520440" y="2468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salto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233172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2331720"/>
            <a:ext cx="310896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di avvio, app-aggiorna: OK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7818120" y="2926080"/>
            <a:ext cx="822960" cy="0"/>
          </a:xfrm>
          <a:prstGeom prst="line">
            <a:avLst/>
          </a:prstGeom>
          <a:noFill/>
          <a:ln w="25400">
            <a:solidFill>
              <a:srgbClr val="D64545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7726680" y="24688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2° salto ✗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686800" y="2331720"/>
            <a:ext cx="2953512" cy="1188720"/>
          </a:xfrm>
          <a:prstGeom prst="roundRect">
            <a:avLst>
              <a:gd name="adj" fmla="val 7692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0" y="2331720"/>
            <a:ext cx="2953512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l'app: NON ci arriva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548640" y="3840480"/>
            <a:ext cx="11094415" cy="1600200"/>
          </a:xfrm>
          <a:prstGeom prst="roundRect">
            <a:avLst>
              <a:gd name="adj" fmla="val 4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9136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deploy.tf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425196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metadata_options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http_tokens                 = "required"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IMDSv2 (lezione 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http_put_response_hop_limit = 1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container non arrivano a IMDS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= una falla che fa fare all'app richieste verso indirizzi scelti dall'attaccante. Amazon Linux parte con 2: noi lo riportiamo a 1.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saperne di più: le migrazioni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Il server che si ricrea da solo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28016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Migrazione = una modifica al database che una nuova versione richiede. Parte all'avvio, prima di rispondere.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468880"/>
            <a:ext cx="548640" cy="5486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060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4688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 2 cancella una colonna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1546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alla versione 1: cerca una colonna che non c'è più. Impossibile tornare indietro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172200" y="2240280"/>
            <a:ext cx="5468112" cy="1828800"/>
          </a:xfrm>
          <a:prstGeom prst="roundRect">
            <a:avLst>
              <a:gd name="adj" fmla="val 6000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00800" y="246888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6060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32320" y="2468880"/>
            <a:ext cx="4279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and contract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0" y="3154680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AGGIUNGE il nuovo (il vecchio resta) · v3, quando non si torna più indietro, TOGLIE il vecchio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48640" y="42976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31520" y="43708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corso-app/app.py: la nostra "migrazione"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31520" y="47091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IF NOT EXISTS visite (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serial PRIMARY KEY, quando timestamptz NOT NULL DEFAULT now())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Strumenti veri: Alembic (Python), Flyway (Java). Tengono il conto delle migrazioni già fatte.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codice: lo stampo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Il server che si ricrea da solo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4983480"/>
          </a:xfrm>
          <a:prstGeom prst="roundRect">
            <a:avLst>
              <a:gd name="adj" fmla="val 146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deploy.tf (in breve)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"aws_launch_template" "app"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name_prefix            = "${var.project}-app-"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image_id               = data.aws_ssm_parameter.al2023.insecure_value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         = var.instance_type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vpc_security_group_ids = [aws_security_group.app.id]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iam_instance_profile { name = aws_iam_instance_profile.app.name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metadata_options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http_tokens                 = "required"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http_put_response_hop_limit =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user_data = base64encode(templatefile("${path.module}/user_data.sh.tpl",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      = "${aws_ecr_repository.app.repository_url}:${var.image_tag}"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db_host    = aws_db_instance.main.address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secret_arn = aws_db_instance.main.master_user_secret[0].secret_arn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… e gli altri valori: regione, bucket, zona DNS, registry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codice: il pastore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Il server che si ricrea da solo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5074920"/>
          </a:xfrm>
          <a:prstGeom prst="roundRect">
            <a:avLst>
              <a:gd name="adj" fmla="val 144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deploy.tf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"aws_autoscaling_group" "app"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min_size                  =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max_size                  =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desired_capacity          =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vpc_zone_identifier       = [for s in aws_subnet.private : s.id]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health_check_type         = "EC2"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+ 5 minuti di tolleranza all'avvio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launch_template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     = aws_launch_template.app.id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version = aws_launch_template.app.latest_version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instance_refresh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strategy = "Rolling"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preferences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min_healthy_percentage = 0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prima toglie il vecchio…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max_healthy_percentage = 100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…poi crea il nuovo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codice: il nome, e solo quello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Il server che si ricrea da solo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4709160"/>
          </a:xfrm>
          <a:prstGeom prst="roundRect">
            <a:avLst>
              <a:gd name="adj" fmla="val 155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deploy.tf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"aws_route53_zone" "internal"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 = "corso.internal"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force_destroy = true     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il nome app.* lo scrive il server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 { vpc_id = aws_vpc.main.id }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zona PRIVATA, solo nel nostro VPC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"aws_iam_policy_document" "app_dns"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statement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actions   = ["route53:ChangeResourceRecordSets"]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resources = [aws_route53_zone.internal.arn]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test     = "ForAllValues:StringEquals"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variable = "route53:ChangeResourceRecordSetsNormalizedRecordNames"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values   = ["app.corso.internal"]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807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role del server ora ha quattro policy: SSM, password del database, artefatti, DNS.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quadro completo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Il server che si ricrea da solo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25880"/>
            <a:ext cx="246888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Tu: git push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063240" y="1737360"/>
            <a:ext cx="45720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566160" y="132588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66160" y="1325880"/>
            <a:ext cx="274320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OIDC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55080" y="1737360"/>
            <a:ext cx="45720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858000" y="13258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0" y="1325880"/>
            <a:ext cx="210312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9144000" y="1325880"/>
            <a:ext cx="2496312" cy="822960"/>
          </a:xfrm>
          <a:prstGeom prst="roundRect">
            <a:avLst>
              <a:gd name="adj" fmla="val 11111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0" y="1325880"/>
            <a:ext cx="2496312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tuo PC · Tailscale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2423160"/>
            <a:ext cx="8412480" cy="3611880"/>
          </a:xfrm>
          <a:prstGeom prst="roundRect">
            <a:avLst>
              <a:gd name="adj" fmla="val 3038"/>
            </a:avLst>
          </a:prstGeom>
          <a:solidFill>
            <a:srgbClr val="F7F6FD"/>
          </a:solidFill>
          <a:ln w="12700">
            <a:solidFill>
              <a:srgbClr val="D9D6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2450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10.20.0.0/16 · Milano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22960" y="29260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2926080"/>
            <a:ext cx="237744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Tailscale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vpn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22960" y="425196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251960"/>
            <a:ext cx="237744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del VPC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10.20.0.2 · corso.internal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3520440" y="2926080"/>
            <a:ext cx="2743200" cy="2788920"/>
          </a:xfrm>
          <a:prstGeom prst="roundRect">
            <a:avLst>
              <a:gd name="adj" fmla="val 3333"/>
            </a:avLst>
          </a:prstGeom>
          <a:solidFill>
            <a:srgbClr val="FDF0E3"/>
          </a:solidFill>
          <a:ln w="19050">
            <a:solidFill>
              <a:srgbClr val="F28C2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520440" y="2926080"/>
            <a:ext cx="2743200" cy="2788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 min=max=1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app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SG app · IMDS hop 1 · app-aggiorna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675120" y="2926080"/>
            <a:ext cx="2103120" cy="2788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75120" y="2926080"/>
            <a:ext cx="2103120" cy="2788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18 · Multi-AZ · TLS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154680" y="3429000"/>
            <a:ext cx="347472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309360" y="4297680"/>
            <a:ext cx="347472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6172200" y="3886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5432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144000" y="2423160"/>
            <a:ext cx="2496312" cy="1051560"/>
          </a:xfrm>
          <a:prstGeom prst="roundRect">
            <a:avLst>
              <a:gd name="adj" fmla="val 869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44000" y="2423160"/>
            <a:ext cx="249631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docker-compose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9144000" y="3703320"/>
            <a:ext cx="2496312" cy="1051560"/>
          </a:xfrm>
          <a:prstGeom prst="roundRect">
            <a:avLst>
              <a:gd name="adj" fmla="val 869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44000" y="3703320"/>
            <a:ext cx="249631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9144000" y="4983480"/>
            <a:ext cx="2496312" cy="1051560"/>
          </a:xfrm>
          <a:prstGeom prst="roundRect">
            <a:avLst>
              <a:gd name="adj" fmla="val 869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44000" y="4983480"/>
            <a:ext cx="249631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(pull)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8979408" y="2944368"/>
            <a:ext cx="146304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8979408" y="4224528"/>
            <a:ext cx="146304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8979408" y="5504688"/>
            <a:ext cx="146304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37" name="Text 34"/>
          <p:cNvSpPr txBox="1"/>
          <p:nvPr/>
        </p:nvSpPr>
        <p:spPr>
          <a:xfrm>
            <a:off x="9144000" y="217627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il router, nel VPC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Esercizio (1/2): in produzione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Il server che si ricrea da solo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3258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file in infra/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aws_instance.app · deploy.tf, user_data.sh.tpl, compose · image_tag = il commit della lezione 8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2402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-replace=tailscale_tailnet_key.router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router annuncia una rotta in più: va ricreato con una chiave nuova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31546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server nasce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cloud-init-output.log e journalctl -u app-aggiorna: Docker, nome, container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420624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40690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http://app.corso.internal:8080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casa: versione e visite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512064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120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9834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il server a mano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nasce un altro: nome nuovo (dig @10.20.0.2), visite intatte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Esercizio (2/2): versioni, e prove facoltative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Il server che si ricrea da solo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3258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Nuova versione, poi rollback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→ nuovo tag → apply · poi il tag di prima: l'immagine è ancora lì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94360" cy="594360"/>
          </a:xfrm>
          <a:prstGeom prst="ellipse">
            <a:avLst/>
          </a:prstGeom>
          <a:solidFill>
            <a:srgbClr val="5F6478"/>
          </a:solidFill>
          <a:ln w="12700">
            <a:solidFill>
              <a:srgbClr val="5F647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2402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rotate-secret (facoltativo)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 5 minuti app-aggiorna ricrea il container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594360" cy="594360"/>
          </a:xfrm>
          <a:prstGeom prst="ellipse">
            <a:avLst/>
          </a:prstGeom>
          <a:solidFill>
            <a:srgbClr val="5F6478"/>
          </a:solidFill>
          <a:ln w="12700">
            <a:solidFill>
              <a:srgbClr val="5F647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31546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IMDS dal container (facoltativo)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scade: hop limit 1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4206240"/>
            <a:ext cx="594360" cy="594360"/>
          </a:xfrm>
          <a:prstGeom prst="ellipse">
            <a:avLst/>
          </a:prstGeom>
          <a:solidFill>
            <a:srgbClr val="5F6478"/>
          </a:solidFill>
          <a:ln w="12700">
            <a:solidFill>
              <a:srgbClr val="5F647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40690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destroy, poi apply (facoltativo)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ATTENZIONE: il destroy si ferma con un errore voluto, sul database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5120640"/>
            <a:ext cx="594360" cy="59436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120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9834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protezione false, apply, destroy, snapshot finale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parole della lezione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Il server che si ricrea da solo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429000"/>
                <a:gridCol w="2194560"/>
                <a:gridCol w="318211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bestiame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sostituibili, senza niente di unico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 i container descritti in un file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template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stampo del server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 systemd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sveglia che rilancia uno script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Scaling group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pastore: sempre N server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 refresh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sostituire il server quando cambia lo stampo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 privata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 DNS che esistono solo nel VPC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rollback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tornare alla versione di prima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DNS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corso.internal → il DNS del VPC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 limit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 salti fa la risposta di IMDS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templatefile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riempie un file con i valori di Terraform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migrazione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 al database di una versione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= bestiame: launch template + ASG con min = max = 1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app.corso.internal: lo scrive il server, da casa con split DNS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script di avvio porta il server da vuoto ad app in funzione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app-aggiorna rilegge la password ogni 5 minuti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Nuova versione = image_tag + apply; rollback = il tag di prima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il database protetto si può distruggere e ricostruire tutto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955280" y="1463040"/>
            <a:ext cx="3685032" cy="2103120"/>
          </a:xfrm>
          <a:prstGeom prst="roundRect">
            <a:avLst>
              <a:gd name="adj" fmla="val 5217"/>
            </a:avLst>
          </a:prstGeom>
          <a:solidFill>
            <a:srgbClr val="2A2F55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83880" y="16459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 di studio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dispense/dispensa-9-server.md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55280" y="3840480"/>
            <a:ext cx="3685032" cy="1463040"/>
          </a:xfrm>
          <a:prstGeom prst="roundRect">
            <a:avLst>
              <a:gd name="adj" fmla="val 75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83880" y="4023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Prossima lezione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Allarmi e auto-riparazione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cereZ23</dc:creator>
  <cp:lastModifiedBy>cereZ23</cp:lastModifiedBy>
  <cp:revision>1</cp:revision>
  <dcterms:created xsi:type="dcterms:W3CDTF">2026-10-08T12:04:00Z</dcterms:created>
  <dcterms:modified xsi:type="dcterms:W3CDTF">2026-10-08T12:04:00Z</dcterms:modified>
</cp:coreProperties>
</file>